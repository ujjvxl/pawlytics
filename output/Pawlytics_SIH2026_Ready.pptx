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43c3a770d4946ca" /><Relationship Type="http://schemas.openxmlformats.org/officeDocument/2006/relationships/extended-properties" Target="/docProps/app.xml" Id="R50ef7a25db2e4217" /><Relationship Type="http://schemas.openxmlformats.org/officeDocument/2006/relationships/officeDocument" Target="/ppt/presentation.xml" Id="R20b7d508e28245d6" /></Relationships>
</file>

<file path=ppt/presentation.xml><?xml version="1.0" encoding="utf-8"?>
<p:presentation xmlns:p="http://schemas.openxmlformats.org/presentationml/2006/main">
  <p:sldMasterIdLst>
    <p:sldMasterId xmlns:r="http://schemas.openxmlformats.org/officeDocument/2006/relationships" id="2147483648" r:id="Ra5962e32c4aa4c1d"/>
  </p:sldMasterIdLst>
  <p:notesMasterIdLst>
    <p:notesMasterId xmlns:r="http://schemas.openxmlformats.org/officeDocument/2006/relationships" r:id="R84e84b0ed82d4404"/>
  </p:notesMasterIdLst>
  <p:sldIdLst>
    <p:sldId xmlns:r="http://schemas.openxmlformats.org/officeDocument/2006/relationships" id="256" r:id="R7c5903b454634b20"/>
    <p:sldId xmlns:r="http://schemas.openxmlformats.org/officeDocument/2006/relationships" id="257" r:id="R5d9e185017e34c5f"/>
    <p:sldId xmlns:r="http://schemas.openxmlformats.org/officeDocument/2006/relationships" id="258" r:id="Rfaca11d4d3954565"/>
    <p:sldId xmlns:r="http://schemas.openxmlformats.org/officeDocument/2006/relationships" id="259" r:id="R5ebe75e5891c4cb1"/>
    <p:sldId xmlns:r="http://schemas.openxmlformats.org/officeDocument/2006/relationships" id="260" r:id="Rffdf52bb01fe4eb5"/>
    <p:sldId xmlns:r="http://schemas.openxmlformats.org/officeDocument/2006/relationships" id="261" r:id="Rbf1e9be5a0fe492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767edaa0ad0349e3" /><Relationship Type="http://schemas.openxmlformats.org/officeDocument/2006/relationships/slideMaster" Target="/ppt/slideMasters/slideMaster1.xml" Id="Ra5962e32c4aa4c1d" /><Relationship Type="http://schemas.openxmlformats.org/officeDocument/2006/relationships/notesMaster" Target="/ppt/notesMasters/notesMaster1.xml" Id="R84e84b0ed82d4404" /><Relationship Type="http://schemas.openxmlformats.org/officeDocument/2006/relationships/presProps" Target="/ppt/presProps.xml" Id="R17032805736a47aa" /><Relationship Type="http://schemas.openxmlformats.org/officeDocument/2006/relationships/viewProps" Target="/ppt/viewProps.xml" Id="R845c91ca20304a87" /><Relationship Type="http://schemas.openxmlformats.org/officeDocument/2006/relationships/tableStyles" Target="/ppt/tableStyles.xml" Id="R8793acd08ac843fa" /><Relationship Type="http://schemas.openxmlformats.org/officeDocument/2006/relationships/slide" Target="/ppt/slides/slide1.xml" Id="R7c5903b454634b20" /><Relationship Type="http://schemas.openxmlformats.org/officeDocument/2006/relationships/slide" Target="/ppt/slides/slide2.xml" Id="R5d9e185017e34c5f" /><Relationship Type="http://schemas.openxmlformats.org/officeDocument/2006/relationships/slide" Target="/ppt/slides/slide3.xml" Id="Rfaca11d4d3954565" /><Relationship Type="http://schemas.openxmlformats.org/officeDocument/2006/relationships/slide" Target="/ppt/slides/slide4.xml" Id="R5ebe75e5891c4cb1" /><Relationship Type="http://schemas.openxmlformats.org/officeDocument/2006/relationships/slide" Target="/ppt/slides/slide5.xml" Id="Rffdf52bb01fe4eb5" /><Relationship Type="http://schemas.openxmlformats.org/officeDocument/2006/relationships/slide" Target="/ppt/slides/slide6.xml" Id="Rbf1e9be5a0fe492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308fbaa1248496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0cf390322b24063" /><Relationship Type="http://schemas.openxmlformats.org/officeDocument/2006/relationships/notesMaster" Target="/ppt/notesMasters/notesMaster1.xml" Id="R8f56ef212bc24a06" /></Relationships>
</file>

<file path=ppt/notesSlides/_rels/notesSlide2.xml.rels>&#65279;<?xml version="1.0" encoding="utf-8"?><Relationships xmlns="http://schemas.openxmlformats.org/package/2006/relationships"><Relationship Type="http://schemas.openxmlformats.org/officeDocument/2006/relationships/slide" Target="/ppt/slides/slide2.xml" Id="R2e1803a512d248e5" /><Relationship Type="http://schemas.openxmlformats.org/officeDocument/2006/relationships/notesMaster" Target="/ppt/notesMasters/notesMaster1.xml" Id="Ref3efccda70e4538" /></Relationships>
</file>

<file path=ppt/notesSlides/_rels/notesSlide3.xml.rels>&#65279;<?xml version="1.0" encoding="utf-8"?><Relationships xmlns="http://schemas.openxmlformats.org/package/2006/relationships"><Relationship Type="http://schemas.openxmlformats.org/officeDocument/2006/relationships/slide" Target="/ppt/slides/slide3.xml" Id="Ra807b038c7bc4bef" /><Relationship Type="http://schemas.openxmlformats.org/officeDocument/2006/relationships/notesMaster" Target="/ppt/notesMasters/notesMaster1.xml" Id="R7025530738964095" /></Relationships>
</file>

<file path=ppt/notesSlides/_rels/notesSlide4.xml.rels>&#65279;<?xml version="1.0" encoding="utf-8"?><Relationships xmlns="http://schemas.openxmlformats.org/package/2006/relationships"><Relationship Type="http://schemas.openxmlformats.org/officeDocument/2006/relationships/slide" Target="/ppt/slides/slide4.xml" Id="R932a1b202c364789" /><Relationship Type="http://schemas.openxmlformats.org/officeDocument/2006/relationships/notesMaster" Target="/ppt/notesMasters/notesMaster1.xml" Id="R4d8586c5b1bc4fc9" /></Relationships>
</file>

<file path=ppt/notesSlides/_rels/notesSlide5.xml.rels>&#65279;<?xml version="1.0" encoding="utf-8"?><Relationships xmlns="http://schemas.openxmlformats.org/package/2006/relationships"><Relationship Type="http://schemas.openxmlformats.org/officeDocument/2006/relationships/slide" Target="/ppt/slides/slide5.xml" Id="R176be5fdd201422c" /><Relationship Type="http://schemas.openxmlformats.org/officeDocument/2006/relationships/notesMaster" Target="/ppt/notesMasters/notesMaster1.xml" Id="Rd480a91af8f94ce4" /></Relationships>
</file>

<file path=ppt/notesSlides/_rels/notesSlide6.xml.rels>&#65279;<?xml version="1.0" encoding="utf-8"?><Relationships xmlns="http://schemas.openxmlformats.org/package/2006/relationships"><Relationship Type="http://schemas.openxmlformats.org/officeDocument/2006/relationships/slide" Target="/ppt/slides/slide6.xml" Id="Rbfc5f647f2e446ca" /><Relationship Type="http://schemas.openxmlformats.org/officeDocument/2006/relationships/notesMaster" Target="/ppt/notesMasters/notesMaster1.xml" Id="R91ec4085afbb404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title: Student/Open Innovation. Theme: disaster management. Registered team name: Team Pawlytics. These fields supplied by the user. Team ID deliberately blank per user request. PS ID 26206 retained from original project deck. Software category reflects the web application. Original SIH template artwork and title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Solution and implementation evidence: https://github.com/UjjvxL/Pawlytics and local src/lib/riskEngine.js. Screenshot from https://pawlytics-one.vercel.app/ captured 6 September 2026 and cropped to application content. Synthetic demo data. Innovation describes the product design contribution, not a claim of patent novelty or validated predictive accuracy. Risk views are decision support and do not guarantee route safety.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Architecture: https://github.com/UjjvxL/Pawlytics README and local src/api/services and src/lib/riskEngine.js. All diagram nodes and connectors are native editable PowerPoint objects. No FastAPI, YOLO or PostGIS implementation is asserted. Arrows show exchange/data processing, with arrowheads at target ends. Severity, age, state, trust and context weight risk. Scores are decision-support indicators, not individual-animal behaviour predictions.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Feasibility based on the repository and observed live prototype. 150–250 reports and roadmap horizons adapted from the supplied deck and remain proposed targets. Mitigations include both existing mechanisms and planned pilot operations, not guarantees. Forecasting depends on longitudinal data, consent/authorization and validation. https://github.com/UjjvxL/Pawlytics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Screenshot: https://pawlytics-one.vercel.app/authority, captured 6 September 2026. Synthetic data and demonstration counts, not proven outcomes. Potential benefits respond to SIH target-audience/social/economic/environmental pointers. Pilot metrics are proposed, with no numeric reduction or cost-saving claim.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Sources: https://www.pib.gov.in/PressReleasePage.aspx?PRID=2146821 ; https://pmc.ncbi.nlm.nih.gov/articles/PMC12533994/ ; https://github.com/UjjvxL/Pawlytics ; https://pawlytics-one.vercel.app/. All visible links are clickable. Statistics use the cited July 2025 PIB release. Research is cited as methodological precedent only. Template retained from the user-provided SIH2026-IDEA-Presentation-Format (1).pptx. Six slides, including cover; instructional seventh slide omitted for submission format.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fc5d210ff37472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2f07e907531461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357aa94cd14483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c2c03cee510411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218deb8ccde4e4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5c959772ad7477f"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dc8ef547d7ad4440"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9476019f18934122"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c53bd016974a4499"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1b84c80396a648d4"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947e821dd5ed44c0"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9D3D1FF-6DCC-4EAA-9C61-1A027A6F7155}"/>
              </a:ext>
            </a:extLst>
          </p:cNvPr>
          <p:cNvSpPr>
            <a:spLocks xmlns:a="http://schemas.openxmlformats.org/drawingml/2006/main" noGrp="1"/>
          </p:cNvSpPr>
          <p:nvPr>
            <p:ph type="ctrTitle" idx="0"/>
          </p:nvPr>
        </p:nvSpPr>
        <p:spPr>
          <a:xfrm xmlns:a="http://schemas.openxmlformats.org/drawingml/2006/main">
            <a:off x="914400" y="2130428"/>
            <a:ext cx="103632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DE4923B5-1BFB-493D-BC6F-32B680F676D0}"/>
              </a:ext>
            </a:extLst>
          </p:cNvPr>
          <p:cNvSpPr>
            <a:spLocks xmlns:a="http://schemas.openxmlformats.org/drawingml/2006/main" noGrp="1"/>
          </p:cNvSpPr>
          <p:nvPr>
            <p:ph type="subTitle" idx="1"/>
          </p:nvPr>
        </p:nvSpPr>
        <p:spPr>
          <a:xfrm xmlns:a="http://schemas.openxmlformats.org/drawingml/2006/main">
            <a:off x="1828800" y="3886200"/>
            <a:ext cx="85344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F3131DB8-2522-4400-97A4-07C4C302D21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E60792E3-D524-454C-8AFD-A91972900BCB}" type="datetime1">
              <a:t>6/2/2026</a:t>
            </a:fld>
            <a:endParaRPr/>
          </a:p>
        </p:txBody>
      </p:sp>
      <p:sp>
        <p:nvSpPr>
          <p:cNvPr id="5" name="Footer Placeholder 4">
            <a:extLst xmlns:a="http://schemas.openxmlformats.org/drawingml/2006/main">
              <a:ext uri="{FF2B5EF4-FFF2-40B4-BE49-F238E27FC236}">
                <a16:creationId xmlns:a16="http://schemas.microsoft.com/office/drawing/2014/main" id="{69F7D82E-9635-4C52-A7B7-FEFD7A7F1C0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3BB4448E-EA37-453E-B52B-75F640C2292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5B7E1BAA-A38D-40DE-B22C-DF9BD7D82058}"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3372EB5-4EB1-49E5-9EC1-4CD8A1B8882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24FA1F40-4DE5-4C41-A667-D735E7DCD10D}"/>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0B9D7DFE-6A78-4CD8-8820-52E7D0E00F8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708B7524-32A2-4C20-A58C-BC3BAA1042FC}" type="datetime1">
              <a:t>6/2/2026</a:t>
            </a:fld>
            <a:endParaRPr/>
          </a:p>
        </p:txBody>
      </p:sp>
      <p:sp>
        <p:nvSpPr>
          <p:cNvPr id="5" name="Footer Placeholder 4">
            <a:extLst xmlns:a="http://schemas.openxmlformats.org/drawingml/2006/main">
              <a:ext uri="{FF2B5EF4-FFF2-40B4-BE49-F238E27FC236}">
                <a16:creationId xmlns:a16="http://schemas.microsoft.com/office/drawing/2014/main" id="{717388F0-8A86-425C-895E-E32F81CC1BC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BD186741-0C58-4781-96C3-031C9F0295A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677C3CE7-23F7-4828-823C-E0205DF2CF97}"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F867C9C-8659-40D5-988F-147E8162F656}"/>
              </a:ext>
            </a:extLst>
          </p:cNvPr>
          <p:cNvSpPr>
            <a:spLocks xmlns:a="http://schemas.openxmlformats.org/drawingml/2006/main" noGrp="1"/>
          </p:cNvSpPr>
          <p:nvPr>
            <p:ph type="title" idx="0"/>
          </p:nvPr>
        </p:nvSpPr>
        <p:spPr>
          <a:xfrm xmlns:a="http://schemas.openxmlformats.org/drawingml/2006/main">
            <a:off x="963084" y="4406903"/>
            <a:ext cx="103632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E873572E-518D-47B3-813C-8F9BBF242B80}"/>
              </a:ext>
            </a:extLst>
          </p:cNvPr>
          <p:cNvSpPr>
            <a:spLocks xmlns:a="http://schemas.openxmlformats.org/drawingml/2006/main" noGrp="1"/>
          </p:cNvSpPr>
          <p:nvPr>
            <p:ph type="body" idx="1"/>
          </p:nvPr>
        </p:nvSpPr>
        <p:spPr>
          <a:xfrm xmlns:a="http://schemas.openxmlformats.org/drawingml/2006/main">
            <a:off x="963084" y="2906713"/>
            <a:ext cx="103632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2B906029-5CB0-4954-99BF-F18C52B7145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1E994447-D6B2-43BB-A877-57F1A267B999}" type="datetime1">
              <a:t>6/2/2026</a:t>
            </a:fld>
            <a:endParaRPr/>
          </a:p>
        </p:txBody>
      </p:sp>
      <p:sp>
        <p:nvSpPr>
          <p:cNvPr id="5" name="Footer Placeholder 4">
            <a:extLst xmlns:a="http://schemas.openxmlformats.org/drawingml/2006/main">
              <a:ext uri="{FF2B5EF4-FFF2-40B4-BE49-F238E27FC236}">
                <a16:creationId xmlns:a16="http://schemas.microsoft.com/office/drawing/2014/main" id="{0D7A41C8-49FD-4A8A-BEA1-93267BE363C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9C266A28-6771-4014-86D5-7C65E0FC20C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41DB31D2-2A87-4F4C-A9AD-05C6CC2B321D}"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02C57C1-252B-439C-80CB-620ECD6FD27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7C7D3622-971D-4066-BC0E-EC0E52500FA9}"/>
              </a:ext>
            </a:extLst>
          </p:cNvPr>
          <p:cNvSpPr>
            <a:spLocks xmlns:a="http://schemas.openxmlformats.org/drawingml/2006/main" noGrp="1"/>
          </p:cNvSpPr>
          <p:nvPr>
            <p:ph idx="1"/>
          </p:nvPr>
        </p:nvSpPr>
        <p:spPr>
          <a:xfrm xmlns:a="http://schemas.openxmlformats.org/drawingml/2006/main">
            <a:off x="609600" y="1600203"/>
            <a:ext cx="53848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43748890-6685-41A1-9F54-E71DAC943204}"/>
              </a:ext>
            </a:extLst>
          </p:cNvPr>
          <p:cNvSpPr>
            <a:spLocks xmlns:a="http://schemas.openxmlformats.org/drawingml/2006/main" noGrp="1"/>
          </p:cNvSpPr>
          <p:nvPr>
            <p:ph idx="2"/>
          </p:nvPr>
        </p:nvSpPr>
        <p:spPr>
          <a:xfrm xmlns:a="http://schemas.openxmlformats.org/drawingml/2006/main">
            <a:off x="6197600" y="1600203"/>
            <a:ext cx="53848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3">
            <a:extLst xmlns:a="http://schemas.openxmlformats.org/drawingml/2006/main">
              <a:ext uri="{FF2B5EF4-FFF2-40B4-BE49-F238E27FC236}">
                <a16:creationId xmlns:a16="http://schemas.microsoft.com/office/drawing/2014/main" id="{8A9F2DBE-084B-463F-94F9-C52FBA7718F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68920E16-BD35-483C-AA6B-346FC7E46DEA}" type="datetime1">
              <a:t>6/2/2026</a:t>
            </a:fld>
            <a:endParaRPr/>
          </a:p>
        </p:txBody>
      </p:sp>
      <p:sp>
        <p:nvSpPr>
          <p:cNvPr id="6" name="Footer Placeholder 4">
            <a:extLst xmlns:a="http://schemas.openxmlformats.org/drawingml/2006/main">
              <a:ext uri="{FF2B5EF4-FFF2-40B4-BE49-F238E27FC236}">
                <a16:creationId xmlns:a16="http://schemas.microsoft.com/office/drawing/2014/main" id="{8080FCA3-925C-45EC-9947-0433AC3F2ED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7C7B62C3-7A43-45C3-B437-08F6A14BC49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E1FC16D9-1635-4844-816A-0A8A2160FADA}"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3777A7E-6F31-4248-B13D-63A2DC46CD0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ECF824CB-8158-4B93-84FF-03A17912CD6F}"/>
              </a:ext>
            </a:extLst>
          </p:cNvPr>
          <p:cNvSpPr>
            <a:spLocks xmlns:a="http://schemas.openxmlformats.org/drawingml/2006/main" noGrp="1"/>
          </p:cNvSpPr>
          <p:nvPr>
            <p:ph type="body" idx="1"/>
          </p:nvPr>
        </p:nvSpPr>
        <p:spPr>
          <a:xfrm xmlns:a="http://schemas.openxmlformats.org/drawingml/2006/main">
            <a:off x="609600" y="1535113"/>
            <a:ext cx="5386917"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DF5FCAC4-C499-4756-8360-A49CBCDA5642}"/>
              </a:ext>
            </a:extLst>
          </p:cNvPr>
          <p:cNvSpPr>
            <a:spLocks xmlns:a="http://schemas.openxmlformats.org/drawingml/2006/main" noGrp="1"/>
          </p:cNvSpPr>
          <p:nvPr>
            <p:ph idx="2"/>
          </p:nvPr>
        </p:nvSpPr>
        <p:spPr>
          <a:xfrm xmlns:a="http://schemas.openxmlformats.org/drawingml/2006/main">
            <a:off x="609600" y="2174875"/>
            <a:ext cx="5386917"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EF1F2C69-F761-41C1-94FE-BC12BB12A58B}"/>
              </a:ext>
            </a:extLst>
          </p:cNvPr>
          <p:cNvSpPr>
            <a:spLocks xmlns:a="http://schemas.openxmlformats.org/drawingml/2006/main" noGrp="1"/>
          </p:cNvSpPr>
          <p:nvPr>
            <p:ph type="body" idx="3"/>
          </p:nvPr>
        </p:nvSpPr>
        <p:spPr>
          <a:xfrm xmlns:a="http://schemas.openxmlformats.org/drawingml/2006/main">
            <a:off x="6193369" y="1535113"/>
            <a:ext cx="5389033"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49206AE5-4664-45C6-92E1-EC06493EA031}"/>
              </a:ext>
            </a:extLst>
          </p:cNvPr>
          <p:cNvSpPr>
            <a:spLocks xmlns:a="http://schemas.openxmlformats.org/drawingml/2006/main" noGrp="1"/>
          </p:cNvSpPr>
          <p:nvPr>
            <p:ph idx="4"/>
          </p:nvPr>
        </p:nvSpPr>
        <p:spPr>
          <a:xfrm xmlns:a="http://schemas.openxmlformats.org/drawingml/2006/main">
            <a:off x="6193369" y="2174875"/>
            <a:ext cx="5389033"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3">
            <a:extLst xmlns:a="http://schemas.openxmlformats.org/drawingml/2006/main">
              <a:ext uri="{FF2B5EF4-FFF2-40B4-BE49-F238E27FC236}">
                <a16:creationId xmlns:a16="http://schemas.microsoft.com/office/drawing/2014/main" id="{33D6FE61-A8D1-474E-B96C-D69A634B9FE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2FEAC6F8-5103-4FC0-A69E-5C6AE6469DA8}" type="datetime1">
              <a:t>6/2/2026</a:t>
            </a:fld>
            <a:endParaRPr/>
          </a:p>
        </p:txBody>
      </p:sp>
      <p:sp>
        <p:nvSpPr>
          <p:cNvPr id="8" name="Footer Placeholder 4">
            <a:extLst xmlns:a="http://schemas.openxmlformats.org/drawingml/2006/main">
              <a:ext uri="{FF2B5EF4-FFF2-40B4-BE49-F238E27FC236}">
                <a16:creationId xmlns:a16="http://schemas.microsoft.com/office/drawing/2014/main" id="{B19A44D0-C274-4794-8C2B-BF18C52D001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9" name="Slide Number Placeholder 5">
            <a:extLst xmlns:a="http://schemas.openxmlformats.org/drawingml/2006/main">
              <a:ext uri="{FF2B5EF4-FFF2-40B4-BE49-F238E27FC236}">
                <a16:creationId xmlns:a16="http://schemas.microsoft.com/office/drawing/2014/main" id="{EB082179-F601-4EA3-A3DA-59880D39832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71C4100A-98DE-4944-910A-A93F5CA9F724}"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C0BFEC8-2FFF-4721-A935-664E0F88838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3">
            <a:extLst xmlns:a="http://schemas.openxmlformats.org/drawingml/2006/main">
              <a:ext uri="{FF2B5EF4-FFF2-40B4-BE49-F238E27FC236}">
                <a16:creationId xmlns:a16="http://schemas.microsoft.com/office/drawing/2014/main" id="{1C733A04-CFF2-4056-AD0D-142589A6376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C60C6921-0627-4C8F-83D5-0CF936D2FFDD}" type="datetime1">
              <a:t>6/2/2026</a:t>
            </a:fld>
            <a:endParaRPr/>
          </a:p>
        </p:txBody>
      </p:sp>
      <p:sp>
        <p:nvSpPr>
          <p:cNvPr id="4" name="Footer Placeholder 4">
            <a:extLst xmlns:a="http://schemas.openxmlformats.org/drawingml/2006/main">
              <a:ext uri="{FF2B5EF4-FFF2-40B4-BE49-F238E27FC236}">
                <a16:creationId xmlns:a16="http://schemas.microsoft.com/office/drawing/2014/main" id="{5D8B3534-2527-40E3-B11D-90F79D28965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5" name="Slide Number Placeholder 5">
            <a:extLst xmlns:a="http://schemas.openxmlformats.org/drawingml/2006/main">
              <a:ext uri="{FF2B5EF4-FFF2-40B4-BE49-F238E27FC236}">
                <a16:creationId xmlns:a16="http://schemas.microsoft.com/office/drawing/2014/main" id="{59311EDE-44DD-4A0A-AC00-2967EE8B32F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6A63342B-5A73-45DC-864D-086DE78037E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3">
            <a:extLst xmlns:a="http://schemas.openxmlformats.org/drawingml/2006/main">
              <a:ext uri="{FF2B5EF4-FFF2-40B4-BE49-F238E27FC236}">
                <a16:creationId xmlns:a16="http://schemas.microsoft.com/office/drawing/2014/main" id="{C010F926-7B9D-40CA-9A92-87265BE3AAC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2FF08AD7-8103-40F8-983C-E2BA6BB9CBE0}" type="datetime1">
              <a:t>6/2/2026</a:t>
            </a:fld>
            <a:endParaRPr/>
          </a:p>
        </p:txBody>
      </p:sp>
      <p:sp>
        <p:nvSpPr>
          <p:cNvPr id="3" name="Footer Placeholder 4">
            <a:extLst xmlns:a="http://schemas.openxmlformats.org/drawingml/2006/main">
              <a:ext uri="{FF2B5EF4-FFF2-40B4-BE49-F238E27FC236}">
                <a16:creationId xmlns:a16="http://schemas.microsoft.com/office/drawing/2014/main" id="{EB0626DC-319D-46EB-BF15-4F3226BB7A1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4" name="Slide Number Placeholder 5">
            <a:extLst xmlns:a="http://schemas.openxmlformats.org/drawingml/2006/main">
              <a:ext uri="{FF2B5EF4-FFF2-40B4-BE49-F238E27FC236}">
                <a16:creationId xmlns:a16="http://schemas.microsoft.com/office/drawing/2014/main" id="{36C82DF1-C9C8-4088-AEFA-A308BA4B734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B635AFB3-1ACD-44AC-8702-86B1729DF035}"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143A2EE-8A81-4725-8068-58C475E31EF8}"/>
              </a:ext>
            </a:extLst>
          </p:cNvPr>
          <p:cNvSpPr>
            <a:spLocks xmlns:a="http://schemas.openxmlformats.org/drawingml/2006/main" noGrp="1"/>
          </p:cNvSpPr>
          <p:nvPr>
            <p:ph type="title" idx="0"/>
          </p:nvPr>
        </p:nvSpPr>
        <p:spPr>
          <a:xfrm xmlns:a="http://schemas.openxmlformats.org/drawingml/2006/main">
            <a:off x="609602" y="273050"/>
            <a:ext cx="4011084"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E90DA78D-088D-4B7E-86CA-54100E3E4C93}"/>
              </a:ext>
            </a:extLst>
          </p:cNvPr>
          <p:cNvSpPr>
            <a:spLocks xmlns:a="http://schemas.openxmlformats.org/drawingml/2006/main" noGrp="1"/>
          </p:cNvSpPr>
          <p:nvPr>
            <p:ph idx="1"/>
          </p:nvPr>
        </p:nvSpPr>
        <p:spPr>
          <a:xfrm xmlns:a="http://schemas.openxmlformats.org/drawingml/2006/main">
            <a:off x="4766733" y="273053"/>
            <a:ext cx="6815667"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A8CF3266-00D3-4732-983E-B305A0942296}"/>
              </a:ext>
            </a:extLst>
          </p:cNvPr>
          <p:cNvSpPr>
            <a:spLocks xmlns:a="http://schemas.openxmlformats.org/drawingml/2006/main" noGrp="1"/>
          </p:cNvSpPr>
          <p:nvPr>
            <p:ph type="body" idx="2"/>
          </p:nvPr>
        </p:nvSpPr>
        <p:spPr>
          <a:xfrm xmlns:a="http://schemas.openxmlformats.org/drawingml/2006/main">
            <a:off x="609602" y="1435103"/>
            <a:ext cx="4011084"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F3E943A6-33C0-4B57-AE0B-AD8AFAC43F9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DF8C06B4-9380-4A4D-AF49-A3596E17DAF5}" type="datetime1">
              <a:t>6/2/2026</a:t>
            </a:fld>
            <a:endParaRPr/>
          </a:p>
        </p:txBody>
      </p:sp>
      <p:sp>
        <p:nvSpPr>
          <p:cNvPr id="6" name="Footer Placeholder 4">
            <a:extLst xmlns:a="http://schemas.openxmlformats.org/drawingml/2006/main">
              <a:ext uri="{FF2B5EF4-FFF2-40B4-BE49-F238E27FC236}">
                <a16:creationId xmlns:a16="http://schemas.microsoft.com/office/drawing/2014/main" id="{B5762CF3-B820-489C-B91E-9697B9FBFFA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96704EC0-75B5-4FF4-8700-B8EBB531DCF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05CF15F3-5E77-4C57-9E21-50D6D1D6C022}"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502911E-F594-4E0C-A509-9AF8189AC47B}"/>
              </a:ext>
            </a:extLst>
          </p:cNvPr>
          <p:cNvSpPr>
            <a:spLocks xmlns:a="http://schemas.openxmlformats.org/drawingml/2006/main" noGrp="1"/>
          </p:cNvSpPr>
          <p:nvPr>
            <p:ph type="title" idx="0"/>
          </p:nvPr>
        </p:nvSpPr>
        <p:spPr>
          <a:xfrm xmlns:a="http://schemas.openxmlformats.org/drawingml/2006/main">
            <a:off x="2389717" y="4800600"/>
            <a:ext cx="73152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F1484A62-629E-474A-A1BA-57489626D464}"/>
              </a:ext>
            </a:extLst>
          </p:cNvPr>
          <p:cNvSpPr>
            <a:spLocks xmlns:a="http://schemas.openxmlformats.org/drawingml/2006/main" noGrp="1"/>
          </p:cNvSpPr>
          <p:nvPr>
            <p:ph type="pic" idx="1"/>
          </p:nvPr>
        </p:nvSpPr>
        <p:spPr>
          <a:xfrm xmlns:a="http://schemas.openxmlformats.org/drawingml/2006/main">
            <a:off x="2389717" y="612775"/>
            <a:ext cx="7315200" cy="4114800"/>
          </a:xfrm>
        </p:spPr>
        <p:txBody>
          <a:bodyPr xmlns:a="http://schemas.openxmlformats.org/drawingml/2006/main">
            <a:normAutofit/>
          </a:bodyPr>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lvl="0">
              <a:buNone/>
            </a:pPr>
            <a:endParaRPr/>
          </a:p>
        </p:txBody>
      </p:sp>
      <p:sp>
        <p:nvSpPr>
          <p:cNvPr id="4" name="Text Placeholder 3">
            <a:extLst xmlns:a="http://schemas.openxmlformats.org/drawingml/2006/main">
              <a:ext uri="{FF2B5EF4-FFF2-40B4-BE49-F238E27FC236}">
                <a16:creationId xmlns:a16="http://schemas.microsoft.com/office/drawing/2014/main" id="{5838DC4B-CF25-44B8-A10C-5991DF504059}"/>
              </a:ext>
            </a:extLst>
          </p:cNvPr>
          <p:cNvSpPr>
            <a:spLocks xmlns:a="http://schemas.openxmlformats.org/drawingml/2006/main" noGrp="1"/>
          </p:cNvSpPr>
          <p:nvPr>
            <p:ph type="body" idx="2"/>
          </p:nvPr>
        </p:nvSpPr>
        <p:spPr>
          <a:xfrm xmlns:a="http://schemas.openxmlformats.org/drawingml/2006/main">
            <a:off x="2389717" y="5367338"/>
            <a:ext cx="73152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38DB7616-7959-44F9-8AEC-3BF6CF034F8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EF7FDEF1-C582-4E22-9E77-D68326471F28}" type="datetime1">
              <a:t>6/2/2026</a:t>
            </a:fld>
            <a:endParaRPr/>
          </a:p>
        </p:txBody>
      </p:sp>
      <p:sp>
        <p:nvSpPr>
          <p:cNvPr id="6" name="Footer Placeholder 4">
            <a:extLst xmlns:a="http://schemas.openxmlformats.org/drawingml/2006/main">
              <a:ext uri="{FF2B5EF4-FFF2-40B4-BE49-F238E27FC236}">
                <a16:creationId xmlns:a16="http://schemas.microsoft.com/office/drawing/2014/main" id="{27D5314B-6D67-41AF-81CA-FF081E40704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F714C592-F345-4086-8568-68D282A00AA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1242169A-B3C7-4FB6-967F-AF95F4EB3315}"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2A0223B-7542-484D-A20F-19766126FEE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36F89C33-C40A-4829-B31D-E67A8B2864BB}"/>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C9D71231-123E-4373-A2B1-3885D3A79C9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053C3A68-6922-42D3-8905-ECC2D82A3469}" type="datetime1">
              <a:t>6/2/2026</a:t>
            </a:fld>
            <a:endParaRPr/>
          </a:p>
        </p:txBody>
      </p:sp>
      <p:sp>
        <p:nvSpPr>
          <p:cNvPr id="5" name="Footer Placeholder 4">
            <a:extLst xmlns:a="http://schemas.openxmlformats.org/drawingml/2006/main">
              <a:ext uri="{FF2B5EF4-FFF2-40B4-BE49-F238E27FC236}">
                <a16:creationId xmlns:a16="http://schemas.microsoft.com/office/drawing/2014/main" id="{97AB69CD-C5FE-4F5A-9188-31342A696BA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ADEBE76A-7162-41CE-82CF-87BBF1D03FF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94FDD027-5576-4F27-AAB6-1D994836EE78}"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F2B4FE93-191A-4BFA-9FA1-709310C63D3B}"/>
              </a:ext>
            </a:extLst>
          </p:cNvPr>
          <p:cNvSpPr>
            <a:spLocks xmlns:a="http://schemas.openxmlformats.org/drawingml/2006/main" noGrp="1"/>
          </p:cNvSpPr>
          <p:nvPr>
            <p:ph type="title" idx="0"/>
          </p:nvPr>
        </p:nvSpPr>
        <p:spPr>
          <a:xfrm xmlns:a="http://schemas.openxmlformats.org/drawingml/2006/main">
            <a:off x="8839200" y="274641"/>
            <a:ext cx="27432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F4A989B2-42B0-4873-A342-51464F0D23E2}"/>
              </a:ext>
            </a:extLst>
          </p:cNvPr>
          <p:cNvSpPr>
            <a:spLocks xmlns:a="http://schemas.openxmlformats.org/drawingml/2006/main" noGrp="1"/>
          </p:cNvSpPr>
          <p:nvPr>
            <p:ph type="body" idx="1"/>
          </p:nvPr>
        </p:nvSpPr>
        <p:spPr>
          <a:xfrm xmlns:a="http://schemas.openxmlformats.org/drawingml/2006/main">
            <a:off x="609600" y="274641"/>
            <a:ext cx="80264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8726A024-7048-43F2-8566-876301F0BCA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CB69E9F4-7604-4950-A8B2-8ACDEDB1506E}" type="datetime1">
              <a:t>6/2/2026</a:t>
            </a:fld>
            <a:endParaRPr/>
          </a:p>
        </p:txBody>
      </p:sp>
      <p:sp>
        <p:nvSpPr>
          <p:cNvPr id="5" name="Footer Placeholder 4">
            <a:extLst xmlns:a="http://schemas.openxmlformats.org/drawingml/2006/main">
              <a:ext uri="{FF2B5EF4-FFF2-40B4-BE49-F238E27FC236}">
                <a16:creationId xmlns:a16="http://schemas.microsoft.com/office/drawing/2014/main" id="{42345466-75A5-4913-8262-7855ACE2A91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F0390067-31FF-4410-B56A-7AEC07A8DD5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2957CE61-8714-431B-A40A-01B1C5541AB7}"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e4d1362fb704a26" /><Relationship Type="http://schemas.openxmlformats.org/officeDocument/2006/relationships/slideLayout" Target="/ppt/slideLayouts/slideLayout1.xml" Id="Rb88aace048754845" /><Relationship Type="http://schemas.openxmlformats.org/officeDocument/2006/relationships/slideLayout" Target="/ppt/slideLayouts/slideLayout2.xml" Id="R37c0fd997e8c4429" /><Relationship Type="http://schemas.openxmlformats.org/officeDocument/2006/relationships/slideLayout" Target="/ppt/slideLayouts/slideLayout3.xml" Id="R897a5cad088c4caf" /><Relationship Type="http://schemas.openxmlformats.org/officeDocument/2006/relationships/slideLayout" Target="/ppt/slideLayouts/slideLayout4.xml" Id="Rc8591c4a1c8a4f53" /><Relationship Type="http://schemas.openxmlformats.org/officeDocument/2006/relationships/slideLayout" Target="/ppt/slideLayouts/slideLayout5.xml" Id="R7c502e2226324468" /><Relationship Type="http://schemas.openxmlformats.org/officeDocument/2006/relationships/slideLayout" Target="/ppt/slideLayouts/slideLayout6.xml" Id="Readc58dc39a24e73" /><Relationship Type="http://schemas.openxmlformats.org/officeDocument/2006/relationships/slideLayout" Target="/ppt/slideLayouts/slideLayout7.xml" Id="Re3fbcb429ade446f" /><Relationship Type="http://schemas.openxmlformats.org/officeDocument/2006/relationships/slideLayout" Target="/ppt/slideLayouts/slideLayout8.xml" Id="R1f1d0d01f6774739" /><Relationship Type="http://schemas.openxmlformats.org/officeDocument/2006/relationships/slideLayout" Target="/ppt/slideLayouts/slideLayout9.xml" Id="R790c00a4ee124e8b" /><Relationship Type="http://schemas.openxmlformats.org/officeDocument/2006/relationships/slideLayout" Target="/ppt/slideLayouts/slideLayout10.xml" Id="Rf72c68e503e14b83" /><Relationship Type="http://schemas.openxmlformats.org/officeDocument/2006/relationships/slideLayout" Target="/ppt/slideLayouts/slideLayout11.xml" Id="R78a309adcfbc45a3"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1026" name="Title Placeholder 1">
            <a:extLst xmlns:a="http://schemas.openxmlformats.org/drawingml/2006/main">
              <a:ext uri="{FF2B5EF4-FFF2-40B4-BE49-F238E27FC236}">
                <a16:creationId xmlns:a16="http://schemas.microsoft.com/office/drawing/2014/main" id="{06598BD3-29AD-4026-9E7E-BF3874ABBD2B}"/>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ctr"/>
          <a:lstStyle xmlns:a="http://schemas.openxmlformats.org/drawingml/2006/main"/>
          <a:p xmlns:a="http://schemas.openxmlformats.org/drawingml/2006/main">
            <a:pPr lvl="0">
              <a:buNone/>
            </a:pPr>
            <a:r>
              <a:t>Click to edit Master title style</a:t>
            </a:r>
          </a:p>
        </p:txBody>
      </p:sp>
      <p:sp>
        <p:nvSpPr>
          <p:cNvPr id="1027" name="Text Placeholder 2">
            <a:extLst xmlns:a="http://schemas.openxmlformats.org/drawingml/2006/main">
              <a:ext uri="{FF2B5EF4-FFF2-40B4-BE49-F238E27FC236}">
                <a16:creationId xmlns:a16="http://schemas.microsoft.com/office/drawing/2014/main" id="{DDB6D37D-3E4C-4E39-B2A0-0453C610E6AF}"/>
              </a:ext>
            </a:extLst>
          </p:cNvPr>
          <p:cNvSpPr>
            <a:spLocks xmlns:a="http://schemas.openxmlformats.org/drawingml/2006/main" noGrp="1"/>
          </p:cNvSpPr>
          <p:nvPr>
            <p:ph type="body" idx="1"/>
          </p:nvPr>
        </p:nvSpPr>
        <p:spPr>
          <a:xfrm xmlns:a="http://schemas.openxmlformats.org/drawingml/2006/main">
            <a:off x="609600" y="1095375"/>
            <a:ext cx="10972800" cy="5030788"/>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27948A89-2ADE-4DEA-9C8F-E3E9DF40A120}"/>
              </a:ext>
            </a:extLst>
          </p:cNvPr>
          <p:cNvSpPr>
            <a:spLocks xmlns:a="http://schemas.openxmlformats.org/drawingml/2006/main" noGrp="1"/>
          </p:cNvSpPr>
          <p:nvPr>
            <p:ph type="dt" idx="2"/>
          </p:nvPr>
        </p:nvSpPr>
        <p:spPr>
          <a:xfrm xmlns:a="http://schemas.openxmlformats.org/drawingml/2006/main">
            <a:off x="609600" y="6356353"/>
            <a:ext cx="28448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buNone/>
              <a:defRPr sz="1200">
                <a:solidFill>
                  <a:srgbClr val="898989"/>
                </a:solidFill>
                <a:latin typeface="TradeGothic"/>
                <a:ea typeface="TradeGothic"/>
                <a:cs typeface="TradeGothic"/>
              </a:defRPr>
            </a:lvl1pPr>
          </a:lstStyle>
          <a:p xmlns:a="http://schemas.openxmlformats.org/drawingml/2006/main">
            <a:fld id="{780A9602-A9A9-453F-AEF1-37B5837E02CD}" type="datetime1">
              <a:t>6/2/2026</a:t>
            </a:fld>
            <a:endParaRPr/>
          </a:p>
        </p:txBody>
      </p:sp>
      <p:sp>
        <p:nvSpPr>
          <p:cNvPr id="5" name="Footer Placeholder 4">
            <a:extLst xmlns:a="http://schemas.openxmlformats.org/drawingml/2006/main">
              <a:ext uri="{FF2B5EF4-FFF2-40B4-BE49-F238E27FC236}">
                <a16:creationId xmlns:a16="http://schemas.microsoft.com/office/drawing/2014/main" id="{515DF5B0-3612-46BC-B08F-EE74B77952D5}"/>
              </a:ext>
            </a:extLst>
          </p:cNvPr>
          <p:cNvSpPr>
            <a:spLocks xmlns:a="http://schemas.openxmlformats.org/drawingml/2006/main" noGrp="1"/>
          </p:cNvSpPr>
          <p:nvPr>
            <p:ph type="ftr" idx="3"/>
          </p:nvPr>
        </p:nvSpPr>
        <p:spPr>
          <a:xfrm xmlns:a="http://schemas.openxmlformats.org/drawingml/2006/main">
            <a:off x="4165600" y="6356353"/>
            <a:ext cx="3860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spcBef>
                <a:spcPts val="0"/>
              </a:spcBef>
              <a:spcAft>
                <a:spcPts val="0"/>
              </a:spcAft>
              <a:buNone/>
              <a:defRPr sz="1200">
                <a:solidFill>
                  <a:schemeClr val="tx1">
                    <a:tint val="75000"/>
                  </a:schemeClr>
                </a:solidFill>
                <a:latin typeface="TradeGothic"/>
                <a:ea typeface="TradeGothic"/>
                <a:cs typeface="TradeGothic"/>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208D7A36-CA5F-4825-B065-FB42F27475DA}"/>
              </a:ext>
            </a:extLst>
          </p:cNvPr>
          <p:cNvSpPr>
            <a:spLocks xmlns:a="http://schemas.openxmlformats.org/drawingml/2006/main" noGrp="1"/>
          </p:cNvSpPr>
          <p:nvPr>
            <p:ph type="sldNum" idx="4"/>
          </p:nvPr>
        </p:nvSpPr>
        <p:spPr>
          <a:xfrm xmlns:a="http://schemas.openxmlformats.org/drawingml/2006/main">
            <a:off x="8737600" y="6356353"/>
            <a:ext cx="28448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lgn="r">
              <a:buNone/>
              <a:defRPr sz="1200">
                <a:solidFill>
                  <a:srgbClr val="898989"/>
                </a:solidFill>
                <a:latin typeface="TradeGothic"/>
                <a:ea typeface="TradeGothic"/>
                <a:cs typeface="TradeGothic"/>
              </a:defRPr>
            </a:lvl1pPr>
          </a:lstStyle>
          <a:p xmlns:a="http://schemas.openxmlformats.org/drawingml/2006/main">
            <a:fld id="{1411BA53-830D-4830-BB65-E58DBE17D0B7}"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88aace048754845"/>
    <p:sldLayoutId xmlns:r="http://schemas.openxmlformats.org/officeDocument/2006/relationships" id="2147483650" r:id="R37c0fd997e8c4429"/>
    <p:sldLayoutId xmlns:r="http://schemas.openxmlformats.org/officeDocument/2006/relationships" id="2147483651" r:id="R897a5cad088c4caf"/>
    <p:sldLayoutId xmlns:r="http://schemas.openxmlformats.org/officeDocument/2006/relationships" id="2147483652" r:id="Rc8591c4a1c8a4f53"/>
    <p:sldLayoutId xmlns:r="http://schemas.openxmlformats.org/officeDocument/2006/relationships" id="2147483653" r:id="R7c502e2226324468"/>
    <p:sldLayoutId xmlns:r="http://schemas.openxmlformats.org/officeDocument/2006/relationships" id="2147483654" r:id="Readc58dc39a24e73"/>
    <p:sldLayoutId xmlns:r="http://schemas.openxmlformats.org/officeDocument/2006/relationships" id="2147483655" r:id="Re3fbcb429ade446f"/>
    <p:sldLayoutId xmlns:r="http://schemas.openxmlformats.org/officeDocument/2006/relationships" id="2147483656" r:id="R1f1d0d01f6774739"/>
    <p:sldLayoutId xmlns:r="http://schemas.openxmlformats.org/officeDocument/2006/relationships" id="2147483657" r:id="R790c00a4ee124e8b"/>
    <p:sldLayoutId xmlns:r="http://schemas.openxmlformats.org/officeDocument/2006/relationships" id="2147483658" r:id="Rf72c68e503e14b83"/>
    <p:sldLayoutId xmlns:r="http://schemas.openxmlformats.org/officeDocument/2006/relationships" id="2147483659" r:id="R78a309adcfbc45a3"/>
  </p:sldLayoutIdLst>
  <p:hf hdr="0" dt="0"/>
  <p:txStyles>
    <p:titleStyle>
      <a:lvl1pPr xmlns:a="http://schemas.openxmlformats.org/drawingml/2006/main" algn="ctr" defTabSz="457200">
        <a:spcBef>
          <a:spcPct val="0"/>
        </a:spcBef>
        <a:spcAft>
          <a:spcPct val="0"/>
        </a:spcAft>
        <a:buNone/>
        <a:defRPr sz="4400" kern="1200">
          <a:solidFill>
            <a:schemeClr val="tx1"/>
          </a:solidFill>
          <a:latin typeface="TradeGothic"/>
          <a:ea typeface="TradeGothic"/>
          <a:cs typeface="TradeGothic"/>
        </a:defRPr>
      </a:lvl1pPr>
      <a:lvl2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2pPr>
      <a:lvl3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3pPr>
      <a:lvl4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4pPr>
      <a:lvl5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5pPr>
      <a:lvl6pPr xmlns:a="http://schemas.openxmlformats.org/drawingml/2006/main" marL="457200" algn="ctr" defTabSz="457200">
        <a:spcBef>
          <a:spcPct val="0"/>
        </a:spcBef>
        <a:spcAft>
          <a:spcPct val="0"/>
        </a:spcAft>
        <a:buNone/>
        <a:defRPr sz="4400">
          <a:solidFill>
            <a:schemeClr val="tx1"/>
          </a:solidFill>
          <a:latin typeface="TradeGothic"/>
          <a:ea typeface="TradeGothic"/>
          <a:cs typeface="TradeGothic"/>
        </a:defRPr>
      </a:lvl6pPr>
      <a:lvl7pPr xmlns:a="http://schemas.openxmlformats.org/drawingml/2006/main" marL="914400" algn="ctr" defTabSz="457200">
        <a:spcBef>
          <a:spcPct val="0"/>
        </a:spcBef>
        <a:spcAft>
          <a:spcPct val="0"/>
        </a:spcAft>
        <a:buNone/>
        <a:defRPr sz="4400">
          <a:solidFill>
            <a:schemeClr val="tx1"/>
          </a:solidFill>
          <a:latin typeface="TradeGothic"/>
          <a:ea typeface="TradeGothic"/>
          <a:cs typeface="TradeGothic"/>
        </a:defRPr>
      </a:lvl7pPr>
      <a:lvl8pPr xmlns:a="http://schemas.openxmlformats.org/drawingml/2006/main" marL="1371600" algn="ctr" defTabSz="457200">
        <a:spcBef>
          <a:spcPct val="0"/>
        </a:spcBef>
        <a:spcAft>
          <a:spcPct val="0"/>
        </a:spcAft>
        <a:buNone/>
        <a:defRPr sz="4400">
          <a:solidFill>
            <a:schemeClr val="tx1"/>
          </a:solidFill>
          <a:latin typeface="TradeGothic"/>
          <a:ea typeface="TradeGothic"/>
          <a:cs typeface="TradeGothic"/>
        </a:defRPr>
      </a:lvl8pPr>
      <a:lvl9pPr xmlns:a="http://schemas.openxmlformats.org/drawingml/2006/main" marL="1828800" algn="ctr" defTabSz="457200">
        <a:spcBef>
          <a:spcPct val="0"/>
        </a:spcBef>
        <a:spcAft>
          <a:spcPct val="0"/>
        </a:spcAft>
        <a:buNone/>
        <a:defRPr sz="4400">
          <a:solidFill>
            <a:schemeClr val="tx1"/>
          </a:solidFill>
          <a:latin typeface="TradeGothic"/>
          <a:ea typeface="TradeGothic"/>
          <a:cs typeface="TradeGothic"/>
        </a:defRPr>
      </a:lvl9pPr>
    </p:titleStyle>
    <p:bodyStyle>
      <a:lvl1pPr xmlns:a="http://schemas.openxmlformats.org/drawingml/2006/main" marL="342900" indent="-342900" algn="l" defTabSz="457200">
        <a:spcBef>
          <a:spcPct val="20000"/>
        </a:spcBef>
        <a:spcAft>
          <a:spcPct val="0"/>
        </a:spcAft>
        <a:buFont typeface="Arial"/>
        <a:buChar char="•"/>
        <a:defRPr sz="3200" kern="1200">
          <a:solidFill>
            <a:schemeClr val="tx1"/>
          </a:solidFill>
          <a:latin typeface="TradeGothic"/>
          <a:ea typeface="TradeGothic"/>
          <a:cs typeface="TradeGothic"/>
        </a:defRPr>
      </a:lvl1pPr>
      <a:lvl2pPr xmlns:a="http://schemas.openxmlformats.org/drawingml/2006/main" marL="742950" indent="-285750" algn="l" defTabSz="457200">
        <a:spcBef>
          <a:spcPct val="20000"/>
        </a:spcBef>
        <a:spcAft>
          <a:spcPct val="0"/>
        </a:spcAft>
        <a:buFont typeface="Arial"/>
        <a:buChar char="–"/>
        <a:defRPr sz="2800" kern="1200">
          <a:solidFill>
            <a:schemeClr val="tx1"/>
          </a:solidFill>
          <a:latin typeface="TradeGothic"/>
          <a:ea typeface="TradeGothic"/>
          <a:cs typeface="TradeGothic"/>
        </a:defRPr>
      </a:lvl2pPr>
      <a:lvl3pPr xmlns:a="http://schemas.openxmlformats.org/drawingml/2006/main" marL="1143000" indent="-228600" algn="l" defTabSz="457200">
        <a:spcBef>
          <a:spcPct val="20000"/>
        </a:spcBef>
        <a:spcAft>
          <a:spcPct val="0"/>
        </a:spcAft>
        <a:buFont typeface="Arial"/>
        <a:buChar char="•"/>
        <a:defRPr sz="2400" kern="1200">
          <a:solidFill>
            <a:schemeClr val="tx1"/>
          </a:solidFill>
          <a:latin typeface="TradeGothic"/>
          <a:ea typeface="TradeGothic"/>
          <a:cs typeface="TradeGothic"/>
        </a:defRPr>
      </a:lvl3pPr>
      <a:lvl4pPr xmlns:a="http://schemas.openxmlformats.org/drawingml/2006/main" marL="1600200" indent="-228600" algn="l" defTabSz="457200">
        <a:spcBef>
          <a:spcPct val="20000"/>
        </a:spcBef>
        <a:spcAft>
          <a:spcPct val="0"/>
        </a:spcAft>
        <a:buFont typeface="Arial"/>
        <a:buChar char="–"/>
        <a:defRPr sz="2000" kern="1200">
          <a:solidFill>
            <a:schemeClr val="tx1"/>
          </a:solidFill>
          <a:latin typeface="TradeGothic"/>
          <a:ea typeface="TradeGothic"/>
          <a:cs typeface="TradeGothic"/>
        </a:defRPr>
      </a:lvl4pPr>
      <a:lvl5pPr xmlns:a="http://schemas.openxmlformats.org/drawingml/2006/main" marL="2057400" indent="-228600" algn="l" defTabSz="457200">
        <a:spcBef>
          <a:spcPct val="20000"/>
        </a:spcBef>
        <a:spcAft>
          <a:spcPct val="0"/>
        </a:spcAft>
        <a:buFont typeface="Arial"/>
        <a:buChar char="»"/>
        <a:defRPr sz="2000" kern="1200">
          <a:solidFill>
            <a:schemeClr val="tx1"/>
          </a:solidFill>
          <a:latin typeface="TradeGothic"/>
          <a:ea typeface="TradeGothic"/>
          <a:cs typeface="TradeGothic"/>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071551a941a490b" /><Relationship Type="http://schemas.openxmlformats.org/officeDocument/2006/relationships/image" Target="/ppt/media/image.png" Id="Rb5d3d582e5d94790" /><Relationship Type="http://schemas.openxmlformats.org/officeDocument/2006/relationships/image" Target="/ppt/media/image2.png" Id="R867cb60882004856" /><Relationship Type="http://schemas.openxmlformats.org/officeDocument/2006/relationships/notesSlide" Target="/ppt/notesSlides/notesSlide1.xml" Id="Rb3aa2269ccc54564"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20639810982e4f13" /><Relationship Type="http://schemas.openxmlformats.org/officeDocument/2006/relationships/image" Target="/ppt/media/image2.png" Id="Rb4525f7e18cf455d" /><Relationship Type="http://schemas.openxmlformats.org/officeDocument/2006/relationships/image" Target="/ppt/media/image.jpeg" Id="R334c2af358424d16" /><Relationship Type="http://schemas.openxmlformats.org/officeDocument/2006/relationships/notesSlide" Target="/ppt/notesSlides/notesSlide2.xml" Id="R03552b24e6d54f84"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0f63fcdf9f264779" /><Relationship Type="http://schemas.openxmlformats.org/officeDocument/2006/relationships/image" Target="/ppt/media/image2.png" Id="Rec516d3c00274107" /><Relationship Type="http://schemas.openxmlformats.org/officeDocument/2006/relationships/notesSlide" Target="/ppt/notesSlides/notesSlide3.xml" Id="R50d5d19fe55445ce"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342be8f5edff42be" /><Relationship Type="http://schemas.openxmlformats.org/officeDocument/2006/relationships/image" Target="/ppt/media/image2.png" Id="R32f4523072b84253" /><Relationship Type="http://schemas.openxmlformats.org/officeDocument/2006/relationships/notesSlide" Target="/ppt/notesSlides/notesSlide4.xml" Id="R66579529b0614a37"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72c1ac929bd040bd" /><Relationship Type="http://schemas.openxmlformats.org/officeDocument/2006/relationships/image" Target="/ppt/media/image2.png" Id="R6af74b3925834334" /><Relationship Type="http://schemas.openxmlformats.org/officeDocument/2006/relationships/image" Target="/ppt/media/image2.jpeg" Id="Rad6c7441b6ee4909" /><Relationship Type="http://schemas.openxmlformats.org/officeDocument/2006/relationships/notesSlide" Target="/ppt/notesSlides/notesSlide5.xml" Id="R5acc0bffe0da4bee"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5004ac923a3c4ece" /><Relationship Type="http://schemas.openxmlformats.org/officeDocument/2006/relationships/image" Target="/ppt/media/image2.png" Id="Re1b90c34e4ed4ff8" /><Relationship Type="http://schemas.openxmlformats.org/officeDocument/2006/relationships/hyperlink" Target="https://pawlytics-one.vercel.app/" TargetMode="External" Id="R206df26289d34d01" /><Relationship Type="http://schemas.openxmlformats.org/officeDocument/2006/relationships/hyperlink" Target="https://github.com/UjjvxL/Pawlytics" TargetMode="External" Id="Rc672ef441da54a9b" /><Relationship Type="http://schemas.openxmlformats.org/officeDocument/2006/relationships/hyperlink" Target="https://www.pib.gov.in/PressReleasePage.aspx?PRID=2146821" TargetMode="External" Id="R73282917bce34dd6" /><Relationship Type="http://schemas.openxmlformats.org/officeDocument/2006/relationships/hyperlink" Target="https://pmc.ncbi.nlm.nih.gov/articles/PMC12533994/" TargetMode="External" Id="Rb95f263b14c04ab4" /><Relationship Type="http://schemas.openxmlformats.org/officeDocument/2006/relationships/hyperlink" Target="https://github.com/UjjvxL/Pawlytics/blob/main/src/lib/riskEngine.js" TargetMode="External" Id="R82c5de4c355c4ce5" /><Relationship Type="http://schemas.openxmlformats.org/officeDocument/2006/relationships/notesSlide" Target="/ppt/notesSlides/notesSlide6.xml" Id="R948a0bbb6c3b4e77" /></Relationships>
</file>

<file path=ppt/slides/slide1.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useBgFill="1">
        <p:nvSpPr>
          <p:cNvPr id="36" name="Rectangle 24">
            <a:extLst xmlns:a="http://schemas.openxmlformats.org/drawingml/2006/main">
              <a:ext uri="{FF2B5EF4-FFF2-40B4-BE49-F238E27FC236}">
                <a16:creationId xmlns:a16="http://schemas.microsoft.com/office/drawing/2014/main" id="{3E443FD7-A66B-4AA0-872D-B088B9BC5F17}"/>
              </a:ext>
            </a:extLst>
          </p:cNvPr>
          <p:cNvSpPr>
            <a:spLocks xmlns:a="http://schemas.openxmlformats.org/drawingml/2006/main" noGrp="1"/>
          </p:cNvSpPr>
          <p:nvPr/>
        </p:nvSpPr>
        <p:spPr>
          <a:xfrm xmlns:a="http://schemas.openxmlformats.org/drawingml/2006/main">
            <a:off x="1524000" y="0"/>
            <a:ext cx="9144000" cy="6858000"/>
          </a:xfrm>
          <a:prstGeom xmlns:a="http://schemas.openxmlformats.org/drawingml/2006/main" prst="rect">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7" name="Freeform: Shape 26">
            <a:extLst xmlns:a="http://schemas.openxmlformats.org/drawingml/2006/main">
              <a:ext uri="{FF2B5EF4-FFF2-40B4-BE49-F238E27FC236}">
                <a16:creationId xmlns:a16="http://schemas.microsoft.com/office/drawing/2014/main" id="{C04BE0EF-3561-49B4-9A29-F283168A91C7}"/>
              </a:ext>
            </a:extLst>
          </p:cNvPr>
          <p:cNvSpPr>
            <a:spLocks xmlns:a="http://schemas.openxmlformats.org/drawingml/2006/main" noGrp="1"/>
          </p:cNvSpPr>
          <p:nvPr/>
        </p:nvSpPr>
        <p:spPr>
          <a:xfrm xmlns:a="http://schemas.openxmlformats.org/drawingml/2006/main">
            <a:off x="5656780" y="851521"/>
            <a:ext cx="4638605" cy="5154967"/>
          </a:xfrm>
          <a:custGeom xmlns:a="http://schemas.openxmlformats.org/drawingml/2006/main">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xmlns:a="http://schemas.openxmlformats.org/drawingml/2006/main">
            <a:schemeClr val="tx1">
              <a:lumMod val="50000"/>
              <a:lumOff val="50000"/>
              <a:alpha val="1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pic>
        <p:nvPicPr>
          <p:cNvPr id="56" name="Picture 4"/>
          <p:cNvPicPr>
            <a:picLocks xmlns:a="http://schemas.openxmlformats.org/drawingml/2006/main" noChangeAspect="1"/>
          </p:cNvPicPr>
          <p:nvPr/>
        </p:nvPicPr>
        <p:blipFill rotWithShape="1">
          <a:blip xmlns:r="http://schemas.openxmlformats.org/officeDocument/2006/relationships" xmlns:a="http://schemas.openxmlformats.org/drawingml/2006/main" r:embed="Rb5d3d582e5d94790"/>
          <a:srcRect xmlns:a="http://schemas.openxmlformats.org/drawingml/2006/main" l="0" t="0" r="59916" b="0"/>
          <a:stretch xmlns:a="http://schemas.openxmlformats.org/drawingml/2006/main"/>
        </p:blipFill>
        <p:spPr>
          <a:xfrm xmlns:a="http://schemas.openxmlformats.org/drawingml/2006/main">
            <a:off x="6854891" y="1715881"/>
            <a:ext cx="3203509" cy="3426237"/>
          </a:xfrm>
          <a:prstGeom xmlns:a="http://schemas.openxmlformats.org/drawingml/2006/main" prst="rect">
            <a:avLst/>
          </a:prstGeom>
        </p:spPr>
      </p:pic>
      <p:sp>
        <p:nvSpPr>
          <p:cNvPr id="8" name="Title 7">
            <a:extLst xmlns:a="http://schemas.openxmlformats.org/drawingml/2006/main">
              <a:ext uri="{FF2B5EF4-FFF2-40B4-BE49-F238E27FC236}">
                <a16:creationId xmlns:a16="http://schemas.microsoft.com/office/drawing/2014/main" id="{1C270D9A-2B92-4FA9-94F0-56A5456A27C9}"/>
              </a:ext>
            </a:extLst>
          </p:cNvPr>
          <p:cNvSpPr>
            <a:spLocks xmlns:a="http://schemas.openxmlformats.org/drawingml/2006/main" noGrp="1"/>
          </p:cNvSpPr>
          <p:nvPr>
            <p:ph type="ctrTitle" idx="0"/>
          </p:nvPr>
        </p:nvSpPr>
        <p:spPr>
          <a:xfrm xmlns:a="http://schemas.openxmlformats.org/drawingml/2006/main">
            <a:off x="331286" y="-526757"/>
            <a:ext cx="10363200" cy="2076450"/>
          </a:xfrm>
        </p:spPr>
        <p:txBody>
          <a:bodyPr xmlns:a="http://schemas.openxmlformats.org/drawingml/2006/main"/>
          <a:lstStyle xmlns:a="http://schemas.openxmlformats.org/drawingml/2006/main"/>
          <a:p xmlns:a="http://schemas.openxmlformats.org/drawingml/2006/main">
            <a:r>
              <a:rPr sz="4000" b="1">
                <a:solidFill>
                  <a:schemeClr val="tx2"/>
                </a:solidFill>
                <a:latin typeface="Garamond"/>
                <a:ea typeface="Garamond"/>
                <a:cs typeface="Garamond"/>
              </a:rPr>
              <a:t>SMART INDIA HACKATHON </a:t>
            </a:r>
            <a:r>
              <a:rPr sz="4000" b="1">
                <a:solidFill>
                  <a:schemeClr val="tx2"/>
                </a:solidFill>
                <a:latin typeface="Garamond"/>
                <a:ea typeface="Garamond"/>
                <a:cs typeface="Garamond"/>
              </a:rPr>
              <a:t>2026</a:t>
            </a:r>
            <a:endParaRPr sz="4000" b="1">
              <a:solidFill>
                <a:schemeClr val="tx2"/>
              </a:solidFill>
              <a:latin typeface="Garamond"/>
              <a:ea typeface="Garamond"/>
              <a:cs typeface="Garamond"/>
            </a:endParaRPr>
          </a:p>
        </p:txBody>
      </p:sp>
      <p:pic>
        <p:nvPicPr>
          <p:cNvPr id="58" name="Picture 1"/>
          <p:cNvPicPr>
            <a:picLocks xmlns:a="http://schemas.openxmlformats.org/drawingml/2006/main" noChangeAspect="1"/>
          </p:cNvPicPr>
          <p:nvPr/>
        </p:nvPicPr>
        <p:blipFill>
          <a:blip xmlns:r="http://schemas.openxmlformats.org/officeDocument/2006/relationships" xmlns:a="http://schemas.openxmlformats.org/drawingml/2006/main" r:embed="R867cb60882004856"/>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40" name="Pawlytics">
            <a:extLst xmlns:a="http://schemas.openxmlformats.org/drawingml/2006/main">
              <a:ext uri="{FF2B5EF4-FFF2-40B4-BE49-F238E27FC236}">
                <a16:creationId xmlns:a16="http://schemas.microsoft.com/office/drawing/2014/main" id="{F8EDE7C0-58DB-4022-991C-FAFBF222A34C}"/>
              </a:ext>
            </a:extLst>
          </p:cNvPr>
          <p:cNvSpPr>
            <a:spLocks xmlns:a="http://schemas.openxmlformats.org/drawingml/2006/main" noGrp="1"/>
          </p:cNvSpPr>
          <p:nvPr/>
        </p:nvSpPr>
        <p:spPr>
          <a:xfrm xmlns:a="http://schemas.openxmlformats.org/drawingml/2006/main">
            <a:off x="428625" y="1390650"/>
            <a:ext cx="5429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234F86"/>
                </a:solidFill>
                <a:latin typeface="Arial"/>
                <a:ea typeface="Arial"/>
                <a:cs typeface="Arial"/>
              </a:defRPr>
            </a:pPr>
            <a:r>
              <a:rPr sz="3900" b="1">
                <a:solidFill>
                  <a:srgbClr val="234F86"/>
                </a:solidFill>
                <a:latin typeface="Arial"/>
                <a:ea typeface="Arial"/>
                <a:cs typeface="Arial"/>
              </a:rPr>
              <a:t>Pawlytics</a:t>
            </a:r>
          </a:p>
        </p:txBody>
      </p:sp>
      <p:sp>
        <p:nvSpPr>
          <p:cNvPr id="41" name="Human–street dog conflict intelligence">
            <a:extLst xmlns:a="http://schemas.openxmlformats.org/drawingml/2006/main">
              <a:ext uri="{FF2B5EF4-FFF2-40B4-BE49-F238E27FC236}">
                <a16:creationId xmlns:a16="http://schemas.microsoft.com/office/drawing/2014/main" id="{90CE4481-BAED-447C-8E4E-A5A6C13BE005}"/>
              </a:ext>
            </a:extLst>
          </p:cNvPr>
          <p:cNvSpPr>
            <a:spLocks xmlns:a="http://schemas.openxmlformats.org/drawingml/2006/main" noGrp="1"/>
          </p:cNvSpPr>
          <p:nvPr/>
        </p:nvSpPr>
        <p:spPr>
          <a:xfrm xmlns:a="http://schemas.openxmlformats.org/drawingml/2006/main">
            <a:off x="447675" y="2066925"/>
            <a:ext cx="54768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B2A38"/>
                </a:solidFill>
                <a:latin typeface="Arial"/>
                <a:ea typeface="Arial"/>
                <a:cs typeface="Arial"/>
              </a:defRPr>
            </a:pPr>
            <a:r>
              <a:rPr sz="1950" b="1">
                <a:solidFill>
                  <a:srgbClr val="1B2A38"/>
                </a:solidFill>
                <a:latin typeface="Arial"/>
                <a:ea typeface="Arial"/>
                <a:cs typeface="Arial"/>
              </a:rPr>
              <a:t>Human–street dog conflict intelligence</a:t>
            </a:r>
          </a:p>
        </p:txBody>
      </p:sp>
      <p:sp>
        <p:nvSpPr>
          <p:cNvPr id="42" name="Problem Statement ID">
            <a:extLst xmlns:a="http://schemas.openxmlformats.org/drawingml/2006/main">
              <a:ext uri="{FF2B5EF4-FFF2-40B4-BE49-F238E27FC236}">
                <a16:creationId xmlns:a16="http://schemas.microsoft.com/office/drawing/2014/main" id="{B8800047-52F7-48A3-B755-6C427CA32B2A}"/>
              </a:ext>
            </a:extLst>
          </p:cNvPr>
          <p:cNvSpPr>
            <a:spLocks xmlns:a="http://schemas.openxmlformats.org/drawingml/2006/main" noGrp="1"/>
          </p:cNvSpPr>
          <p:nvPr/>
        </p:nvSpPr>
        <p:spPr>
          <a:xfrm xmlns:a="http://schemas.openxmlformats.org/drawingml/2006/main">
            <a:off x="447675" y="280035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566875"/>
                </a:solidFill>
                <a:latin typeface="Arial"/>
                <a:ea typeface="Arial"/>
                <a:cs typeface="Arial"/>
              </a:defRPr>
            </a:pPr>
            <a:r>
              <a:rPr sz="1275" b="1">
                <a:solidFill>
                  <a:srgbClr val="566875"/>
                </a:solidFill>
                <a:latin typeface="Arial"/>
                <a:ea typeface="Arial"/>
                <a:cs typeface="Arial"/>
              </a:rPr>
              <a:t>Problem Statement ID</a:t>
            </a:r>
          </a:p>
        </p:txBody>
      </p:sp>
      <p:sp>
        <p:nvSpPr>
          <p:cNvPr id="43" name="26206">
            <a:extLst xmlns:a="http://schemas.openxmlformats.org/drawingml/2006/main">
              <a:ext uri="{FF2B5EF4-FFF2-40B4-BE49-F238E27FC236}">
                <a16:creationId xmlns:a16="http://schemas.microsoft.com/office/drawing/2014/main" id="{2608FA7B-ABE7-4205-944A-4A659E7026C8}"/>
              </a:ext>
            </a:extLst>
          </p:cNvPr>
          <p:cNvSpPr>
            <a:spLocks xmlns:a="http://schemas.openxmlformats.org/drawingml/2006/main" noGrp="1"/>
          </p:cNvSpPr>
          <p:nvPr/>
        </p:nvSpPr>
        <p:spPr>
          <a:xfrm xmlns:a="http://schemas.openxmlformats.org/drawingml/2006/main">
            <a:off x="447675" y="3028950"/>
            <a:ext cx="5505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B2A38"/>
                </a:solidFill>
                <a:latin typeface="Arial"/>
                <a:ea typeface="Arial"/>
                <a:cs typeface="Arial"/>
              </a:defRPr>
            </a:pPr>
            <a:r>
              <a:rPr sz="2025" b="0">
                <a:solidFill>
                  <a:srgbClr val="1B2A38"/>
                </a:solidFill>
                <a:latin typeface="Arial"/>
                <a:ea typeface="Arial"/>
                <a:cs typeface="Arial"/>
              </a:rPr>
              <a:t>26206</a:t>
            </a:r>
          </a:p>
        </p:txBody>
      </p:sp>
      <p:sp>
        <p:nvSpPr>
          <p:cNvPr id="44" name="Problem Statement Title">
            <a:extLst xmlns:a="http://schemas.openxmlformats.org/drawingml/2006/main">
              <a:ext uri="{FF2B5EF4-FFF2-40B4-BE49-F238E27FC236}">
                <a16:creationId xmlns:a16="http://schemas.microsoft.com/office/drawing/2014/main" id="{975865B8-F364-4D30-B595-8049B2D6EA62}"/>
              </a:ext>
            </a:extLst>
          </p:cNvPr>
          <p:cNvSpPr>
            <a:spLocks xmlns:a="http://schemas.openxmlformats.org/drawingml/2006/main" noGrp="1"/>
          </p:cNvSpPr>
          <p:nvPr/>
        </p:nvSpPr>
        <p:spPr>
          <a:xfrm xmlns:a="http://schemas.openxmlformats.org/drawingml/2006/main">
            <a:off x="447675" y="340995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566875"/>
                </a:solidFill>
                <a:latin typeface="Arial"/>
                <a:ea typeface="Arial"/>
                <a:cs typeface="Arial"/>
              </a:defRPr>
            </a:pPr>
            <a:r>
              <a:rPr sz="1275" b="1">
                <a:solidFill>
                  <a:srgbClr val="566875"/>
                </a:solidFill>
                <a:latin typeface="Arial"/>
                <a:ea typeface="Arial"/>
                <a:cs typeface="Arial"/>
              </a:rPr>
              <a:t>Problem Statement Title</a:t>
            </a:r>
          </a:p>
        </p:txBody>
      </p:sp>
      <p:sp>
        <p:nvSpPr>
          <p:cNvPr id="45" name="Student/Open Innovation">
            <a:extLst xmlns:a="http://schemas.openxmlformats.org/drawingml/2006/main">
              <a:ext uri="{FF2B5EF4-FFF2-40B4-BE49-F238E27FC236}">
                <a16:creationId xmlns:a16="http://schemas.microsoft.com/office/drawing/2014/main" id="{F361B7E7-8AFA-47C8-A3E2-EE66957F6A83}"/>
              </a:ext>
            </a:extLst>
          </p:cNvPr>
          <p:cNvSpPr>
            <a:spLocks xmlns:a="http://schemas.openxmlformats.org/drawingml/2006/main" noGrp="1"/>
          </p:cNvSpPr>
          <p:nvPr/>
        </p:nvSpPr>
        <p:spPr>
          <a:xfrm xmlns:a="http://schemas.openxmlformats.org/drawingml/2006/main">
            <a:off x="447675" y="3638550"/>
            <a:ext cx="5505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B2A38"/>
                </a:solidFill>
                <a:latin typeface="Arial"/>
                <a:ea typeface="Arial"/>
                <a:cs typeface="Arial"/>
              </a:defRPr>
            </a:pPr>
            <a:r>
              <a:rPr sz="2025" b="0">
                <a:solidFill>
                  <a:srgbClr val="1B2A38"/>
                </a:solidFill>
                <a:latin typeface="Arial"/>
                <a:ea typeface="Arial"/>
                <a:cs typeface="Arial"/>
              </a:rPr>
              <a:t>Student/Open Innovation</a:t>
            </a:r>
          </a:p>
        </p:txBody>
      </p:sp>
      <p:sp>
        <p:nvSpPr>
          <p:cNvPr id="46" name="Theme">
            <a:extLst xmlns:a="http://schemas.openxmlformats.org/drawingml/2006/main">
              <a:ext uri="{FF2B5EF4-FFF2-40B4-BE49-F238E27FC236}">
                <a16:creationId xmlns:a16="http://schemas.microsoft.com/office/drawing/2014/main" id="{8FD4A0F5-CF75-43A9-B5F0-439685F5951B}"/>
              </a:ext>
            </a:extLst>
          </p:cNvPr>
          <p:cNvSpPr>
            <a:spLocks xmlns:a="http://schemas.openxmlformats.org/drawingml/2006/main" noGrp="1"/>
          </p:cNvSpPr>
          <p:nvPr/>
        </p:nvSpPr>
        <p:spPr>
          <a:xfrm xmlns:a="http://schemas.openxmlformats.org/drawingml/2006/main">
            <a:off x="447675" y="401955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566875"/>
                </a:solidFill>
                <a:latin typeface="Arial"/>
                <a:ea typeface="Arial"/>
                <a:cs typeface="Arial"/>
              </a:defRPr>
            </a:pPr>
            <a:r>
              <a:rPr sz="1275" b="1">
                <a:solidFill>
                  <a:srgbClr val="566875"/>
                </a:solidFill>
                <a:latin typeface="Arial"/>
                <a:ea typeface="Arial"/>
                <a:cs typeface="Arial"/>
              </a:rPr>
              <a:t>Theme</a:t>
            </a:r>
          </a:p>
        </p:txBody>
      </p:sp>
      <p:sp>
        <p:nvSpPr>
          <p:cNvPr id="47" name="Disaster Management">
            <a:extLst xmlns:a="http://schemas.openxmlformats.org/drawingml/2006/main">
              <a:ext uri="{FF2B5EF4-FFF2-40B4-BE49-F238E27FC236}">
                <a16:creationId xmlns:a16="http://schemas.microsoft.com/office/drawing/2014/main" id="{A59CAE5C-B56E-4FA3-B426-1980B6FC0DD9}"/>
              </a:ext>
            </a:extLst>
          </p:cNvPr>
          <p:cNvSpPr>
            <a:spLocks xmlns:a="http://schemas.openxmlformats.org/drawingml/2006/main" noGrp="1"/>
          </p:cNvSpPr>
          <p:nvPr/>
        </p:nvSpPr>
        <p:spPr>
          <a:xfrm xmlns:a="http://schemas.openxmlformats.org/drawingml/2006/main">
            <a:off x="447675" y="4248150"/>
            <a:ext cx="5505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B2A38"/>
                </a:solidFill>
                <a:latin typeface="Arial"/>
                <a:ea typeface="Arial"/>
                <a:cs typeface="Arial"/>
              </a:defRPr>
            </a:pPr>
            <a:r>
              <a:rPr sz="2025" b="0">
                <a:solidFill>
                  <a:srgbClr val="1B2A38"/>
                </a:solidFill>
                <a:latin typeface="Arial"/>
                <a:ea typeface="Arial"/>
                <a:cs typeface="Arial"/>
              </a:rPr>
              <a:t>Disaster Management</a:t>
            </a:r>
          </a:p>
        </p:txBody>
      </p:sp>
      <p:sp>
        <p:nvSpPr>
          <p:cNvPr id="48" name="PS Category">
            <a:extLst xmlns:a="http://schemas.openxmlformats.org/drawingml/2006/main">
              <a:ext uri="{FF2B5EF4-FFF2-40B4-BE49-F238E27FC236}">
                <a16:creationId xmlns:a16="http://schemas.microsoft.com/office/drawing/2014/main" id="{4BF39DAF-EFBD-49BA-A6B9-78923BD13719}"/>
              </a:ext>
            </a:extLst>
          </p:cNvPr>
          <p:cNvSpPr>
            <a:spLocks xmlns:a="http://schemas.openxmlformats.org/drawingml/2006/main" noGrp="1"/>
          </p:cNvSpPr>
          <p:nvPr/>
        </p:nvSpPr>
        <p:spPr>
          <a:xfrm xmlns:a="http://schemas.openxmlformats.org/drawingml/2006/main">
            <a:off x="447675" y="462915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566875"/>
                </a:solidFill>
                <a:latin typeface="Arial"/>
                <a:ea typeface="Arial"/>
                <a:cs typeface="Arial"/>
              </a:defRPr>
            </a:pPr>
            <a:r>
              <a:rPr sz="1275" b="1">
                <a:solidFill>
                  <a:srgbClr val="566875"/>
                </a:solidFill>
                <a:latin typeface="Arial"/>
                <a:ea typeface="Arial"/>
                <a:cs typeface="Arial"/>
              </a:rPr>
              <a:t>PS Category</a:t>
            </a:r>
          </a:p>
        </p:txBody>
      </p:sp>
      <p:sp>
        <p:nvSpPr>
          <p:cNvPr id="49" name="Software">
            <a:extLst xmlns:a="http://schemas.openxmlformats.org/drawingml/2006/main">
              <a:ext uri="{FF2B5EF4-FFF2-40B4-BE49-F238E27FC236}">
                <a16:creationId xmlns:a16="http://schemas.microsoft.com/office/drawing/2014/main" id="{29B1CF07-7E20-4468-B18A-718CE03D8C0D}"/>
              </a:ext>
            </a:extLst>
          </p:cNvPr>
          <p:cNvSpPr>
            <a:spLocks xmlns:a="http://schemas.openxmlformats.org/drawingml/2006/main" noGrp="1"/>
          </p:cNvSpPr>
          <p:nvPr/>
        </p:nvSpPr>
        <p:spPr>
          <a:xfrm xmlns:a="http://schemas.openxmlformats.org/drawingml/2006/main">
            <a:off x="447675" y="4857750"/>
            <a:ext cx="5505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B2A38"/>
                </a:solidFill>
                <a:latin typeface="Arial"/>
                <a:ea typeface="Arial"/>
                <a:cs typeface="Arial"/>
              </a:defRPr>
            </a:pPr>
            <a:r>
              <a:rPr sz="2025" b="0">
                <a:solidFill>
                  <a:srgbClr val="1B2A38"/>
                </a:solidFill>
                <a:latin typeface="Arial"/>
                <a:ea typeface="Arial"/>
                <a:cs typeface="Arial"/>
              </a:rPr>
              <a:t>Software</a:t>
            </a:r>
          </a:p>
        </p:txBody>
      </p:sp>
      <p:sp>
        <p:nvSpPr>
          <p:cNvPr id="50" name="Team ID">
            <a:extLst xmlns:a="http://schemas.openxmlformats.org/drawingml/2006/main">
              <a:ext uri="{FF2B5EF4-FFF2-40B4-BE49-F238E27FC236}">
                <a16:creationId xmlns:a16="http://schemas.microsoft.com/office/drawing/2014/main" id="{33931149-9A4A-4A66-9CB9-B390D3095E76}"/>
              </a:ext>
            </a:extLst>
          </p:cNvPr>
          <p:cNvSpPr>
            <a:spLocks xmlns:a="http://schemas.openxmlformats.org/drawingml/2006/main" noGrp="1"/>
          </p:cNvSpPr>
          <p:nvPr/>
        </p:nvSpPr>
        <p:spPr>
          <a:xfrm xmlns:a="http://schemas.openxmlformats.org/drawingml/2006/main">
            <a:off x="447675" y="523875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566875"/>
                </a:solidFill>
                <a:latin typeface="Arial"/>
                <a:ea typeface="Arial"/>
                <a:cs typeface="Arial"/>
              </a:defRPr>
            </a:pPr>
            <a:r>
              <a:rPr sz="1275" b="1">
                <a:solidFill>
                  <a:srgbClr val="566875"/>
                </a:solidFill>
                <a:latin typeface="Arial"/>
                <a:ea typeface="Arial"/>
                <a:cs typeface="Arial"/>
              </a:rPr>
              <a:t>Team ID</a:t>
            </a:r>
          </a:p>
        </p:txBody>
      </p:sp>
      <p:sp>
        <p:nvSpPr>
          <p:cNvPr id="51" name="____________________________">
            <a:extLst xmlns:a="http://schemas.openxmlformats.org/drawingml/2006/main">
              <a:ext uri="{FF2B5EF4-FFF2-40B4-BE49-F238E27FC236}">
                <a16:creationId xmlns:a16="http://schemas.microsoft.com/office/drawing/2014/main" id="{83E9AFBA-D78E-4C39-B49C-B133F8F0754E}"/>
              </a:ext>
            </a:extLst>
          </p:cNvPr>
          <p:cNvSpPr>
            <a:spLocks xmlns:a="http://schemas.openxmlformats.org/drawingml/2006/main" noGrp="1"/>
          </p:cNvSpPr>
          <p:nvPr/>
        </p:nvSpPr>
        <p:spPr>
          <a:xfrm xmlns:a="http://schemas.openxmlformats.org/drawingml/2006/main">
            <a:off x="447675" y="5467350"/>
            <a:ext cx="5505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B2A38"/>
                </a:solidFill>
                <a:latin typeface="Arial"/>
                <a:ea typeface="Arial"/>
                <a:cs typeface="Arial"/>
              </a:defRPr>
            </a:pPr>
            <a:r>
              <a:rPr sz="2025" b="0">
                <a:solidFill>
                  <a:srgbClr val="1B2A38"/>
                </a:solidFill>
                <a:latin typeface="Arial"/>
                <a:ea typeface="Arial"/>
                <a:cs typeface="Arial"/>
              </a:rPr>
              <a:t>____________________________</a:t>
            </a:r>
          </a:p>
        </p:txBody>
      </p:sp>
      <p:sp>
        <p:nvSpPr>
          <p:cNvPr id="52" name="Team Name (Registered on portal)">
            <a:extLst xmlns:a="http://schemas.openxmlformats.org/drawingml/2006/main">
              <a:ext uri="{FF2B5EF4-FFF2-40B4-BE49-F238E27FC236}">
                <a16:creationId xmlns:a16="http://schemas.microsoft.com/office/drawing/2014/main" id="{6F1A2B04-103A-49A6-9158-643A80E396A5}"/>
              </a:ext>
            </a:extLst>
          </p:cNvPr>
          <p:cNvSpPr>
            <a:spLocks xmlns:a="http://schemas.openxmlformats.org/drawingml/2006/main" noGrp="1"/>
          </p:cNvSpPr>
          <p:nvPr/>
        </p:nvSpPr>
        <p:spPr>
          <a:xfrm xmlns:a="http://schemas.openxmlformats.org/drawingml/2006/main">
            <a:off x="447675" y="584835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566875"/>
                </a:solidFill>
                <a:latin typeface="Arial"/>
                <a:ea typeface="Arial"/>
                <a:cs typeface="Arial"/>
              </a:defRPr>
            </a:pPr>
            <a:r>
              <a:rPr sz="1275" b="1">
                <a:solidFill>
                  <a:srgbClr val="566875"/>
                </a:solidFill>
                <a:latin typeface="Arial"/>
                <a:ea typeface="Arial"/>
                <a:cs typeface="Arial"/>
              </a:rPr>
              <a:t>Team Name (Registered on portal)</a:t>
            </a:r>
          </a:p>
        </p:txBody>
      </p:sp>
      <p:sp>
        <p:nvSpPr>
          <p:cNvPr id="53" name="Team Pawlytics">
            <a:extLst xmlns:a="http://schemas.openxmlformats.org/drawingml/2006/main">
              <a:ext uri="{FF2B5EF4-FFF2-40B4-BE49-F238E27FC236}">
                <a16:creationId xmlns:a16="http://schemas.microsoft.com/office/drawing/2014/main" id="{4BE8329B-8534-4E94-988C-BC34D46F4A5A}"/>
              </a:ext>
            </a:extLst>
          </p:cNvPr>
          <p:cNvSpPr>
            <a:spLocks xmlns:a="http://schemas.openxmlformats.org/drawingml/2006/main" noGrp="1"/>
          </p:cNvSpPr>
          <p:nvPr/>
        </p:nvSpPr>
        <p:spPr>
          <a:xfrm xmlns:a="http://schemas.openxmlformats.org/drawingml/2006/main">
            <a:off x="447675" y="6076950"/>
            <a:ext cx="5505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B2A38"/>
                </a:solidFill>
                <a:latin typeface="Arial"/>
                <a:ea typeface="Arial"/>
                <a:cs typeface="Arial"/>
              </a:defRPr>
            </a:pPr>
            <a:r>
              <a:rPr sz="2025" b="1">
                <a:solidFill>
                  <a:srgbClr val="1B2A38"/>
                </a:solidFill>
                <a:latin typeface="Arial"/>
                <a:ea typeface="Arial"/>
                <a:cs typeface="Arial"/>
              </a:rPr>
              <a:t>Team Pawlytics</a:t>
            </a:r>
          </a:p>
        </p:txBody>
      </p:sp>
    </p:spTree>
    <p:extLst>
      <p:ext uri="{BB962C8B-B14F-4D97-AF65-F5344CB8AC3E}">
        <p14:creationId xmlns:p14="http://schemas.microsoft.com/office/powerpoint/2010/main" val="136472483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E731771A-56F9-4A53-97D4-1F9727CE5782}"/>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solidFill>
                <a:schemeClr val="accent2">
                  <a:lumMod val="75000"/>
                </a:schemeClr>
              </a:solidFill>
              <a:latin typeface="+mn-lt"/>
              <a:ea typeface="+mn-lt"/>
              <a:cs typeface="+mn-lt"/>
            </a:endParaRPr>
          </a:p>
        </p:txBody>
      </p:sp>
      <p:sp>
        <p:nvSpPr>
          <p:cNvPr id="15361" name="Title 1">
            <a:extLst xmlns:a="http://schemas.openxmlformats.org/drawingml/2006/main">
              <a:ext uri="{FF2B5EF4-FFF2-40B4-BE49-F238E27FC236}">
                <a16:creationId xmlns:a16="http://schemas.microsoft.com/office/drawing/2014/main" id="{593D5732-1A02-44B9-90E4-C1D6A9B96B48}"/>
              </a:ext>
            </a:extLst>
          </p:cNvPr>
          <p:cNvSpPr>
            <a:spLocks xmlns:a="http://schemas.openxmlformats.org/drawingml/2006/main" noGrp="1"/>
          </p:cNvSpPr>
          <p:nvPr>
            <p:ph type="title" idx="0"/>
          </p:nvPr>
        </p:nvSpPr>
        <p:spPr>
          <a:xfrm xmlns:a="http://schemas.openxmlformats.org/drawingml/2006/main">
            <a:off x="1714500" y="209550"/>
            <a:ext cx="8048625" cy="914400"/>
          </a:xfrm>
        </p:spPr>
        <p:txBody>
          <a:bodyPr xmlns:a="http://schemas.openxmlformats.org/drawingml/2006/main"/>
          <a:lstStyle xmlns:a="http://schemas.openxmlformats.org/drawingml/2006/main"/>
          <a:p xmlns:a="http://schemas.openxmlformats.org/drawingml/2006/main">
            <a:pPr algn="ctr">
              <a:buNone/>
              <a:defRPr sz="3300" b="1">
                <a:solidFill>
                  <a:srgbClr val="000000"/>
                </a:solidFill>
                <a:latin typeface="Times New Roman"/>
                <a:ea typeface="Times New Roman"/>
                <a:cs typeface="Times New Roman"/>
              </a:defRPr>
            </a:pPr>
            <a:r>
              <a:rPr sz="3300" b="1">
                <a:solidFill>
                  <a:srgbClr val="000000"/>
                </a:solidFill>
                <a:latin typeface="Times New Roman"/>
                <a:ea typeface="Times New Roman"/>
                <a:cs typeface="Times New Roman"/>
              </a:rPr>
              <a:t>IDEA TITLE</a:t>
            </a:r>
          </a:p>
        </p:txBody>
      </p:sp>
      <p:sp>
        <p:nvSpPr>
          <p:cNvPr id="6" name="Slide Number Placeholder 5">
            <a:extLst xmlns:a="http://schemas.openxmlformats.org/drawingml/2006/main">
              <a:ext uri="{FF2B5EF4-FFF2-40B4-BE49-F238E27FC236}">
                <a16:creationId xmlns:a16="http://schemas.microsoft.com/office/drawing/2014/main" id="{5AFB18AF-E439-48C4-96FE-DD04B8D5851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77C3CE7-23F7-4828-823C-E0205DF2CF97}" type="slidenum">
              <a:rPr b="1">
                <a:solidFill>
                  <a:schemeClr val="bg1"/>
                </a:solidFill>
              </a:rPr>
              <a:t>2</a:t>
            </a:fld>
            <a:endParaRPr b="1">
              <a:solidFill>
                <a:schemeClr val="bg1"/>
              </a:solidFill>
            </a:endParaRPr>
          </a:p>
        </p:txBody>
      </p:sp>
      <p:sp>
        <p:nvSpPr>
          <p:cNvPr id="7" name="Footer Placeholder 6">
            <a:extLst xmlns:a="http://schemas.openxmlformats.org/drawingml/2006/main">
              <a:ext uri="{FF2B5EF4-FFF2-40B4-BE49-F238E27FC236}">
                <a16:creationId xmlns:a16="http://schemas.microsoft.com/office/drawing/2014/main" id="{D95BA0CB-8B9D-4F2E-8CA3-A752BBCD37A7}"/>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a:buNone/>
            </a:pPr>
            <a:r>
              <a:rPr>
                <a:solidFill>
                  <a:schemeClr val="bg1"/>
                </a:solidFill>
              </a:rPr>
              <a:t>@SIH Idea submission- Template</a:t>
            </a:r>
            <a:endParaRPr>
              <a:solidFill>
                <a:schemeClr val="bg1"/>
              </a:solidFill>
            </a:endParaRPr>
          </a:p>
        </p:txBody>
      </p:sp>
      <p:sp>
        <p:nvSpPr>
          <p:cNvPr id="10" name="Oval 9">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defRPr sz="1125" b="1">
                <a:solidFill>
                  <a:srgbClr val="234F86"/>
                </a:solidFill>
                <a:latin typeface="Arial"/>
                <a:ea typeface="Arial"/>
                <a:cs typeface="Arial"/>
              </a:defRPr>
            </a:pPr>
            <a:r>
              <a:rPr sz="1125" b="1">
                <a:solidFill>
                  <a:srgbClr val="234F86"/>
                </a:solidFill>
                <a:latin typeface="Arial"/>
                <a:ea typeface="Arial"/>
                <a:cs typeface="Arial"/>
              </a:rPr>
              <a:t>Team</a:t>
            </a:r>
            <a:endParaRPr/>
          </a:p>
          <a:p xmlns:a="http://schemas.openxmlformats.org/drawingml/2006/main">
            <a:pPr algn="ctr">
              <a:buNone/>
              <a:defRPr sz="1125" b="1">
                <a:solidFill>
                  <a:srgbClr val="234F86"/>
                </a:solidFill>
                <a:latin typeface="Arial"/>
                <a:ea typeface="Arial"/>
                <a:cs typeface="Arial"/>
              </a:defRPr>
            </a:pPr>
            <a:r>
              <a:rPr sz="1125" b="1">
                <a:solidFill>
                  <a:srgbClr val="234F86"/>
                </a:solidFill>
                <a:latin typeface="Arial"/>
                <a:ea typeface="Arial"/>
                <a:cs typeface="Arial"/>
              </a:rPr>
              <a:t>Pawlytics</a:t>
            </a:r>
            <a:endParaRPr/>
          </a:p>
        </p:txBody>
      </p:sp>
      <p:pic>
        <p:nvPicPr>
          <p:cNvPr id="15378" name="Picture 10"/>
          <p:cNvPicPr>
            <a:picLocks xmlns:a="http://schemas.openxmlformats.org/drawingml/2006/main" noChangeAspect="1"/>
          </p:cNvPicPr>
          <p:nvPr/>
        </p:nvPicPr>
        <p:blipFill>
          <a:blip xmlns:r="http://schemas.openxmlformats.org/officeDocument/2006/relationships" xmlns:a="http://schemas.openxmlformats.org/drawingml/2006/main" r:embed="Rb4525f7e18cf455d"/>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5364" name="Pawlytics: ward-level conflict intelligence">
            <a:extLst xmlns:a="http://schemas.openxmlformats.org/drawingml/2006/main">
              <a:ext uri="{FF2B5EF4-FFF2-40B4-BE49-F238E27FC236}">
                <a16:creationId xmlns:a16="http://schemas.microsoft.com/office/drawing/2014/main" id="{AF421E37-6EBA-4C18-9623-30BBA09D6BF3}"/>
              </a:ext>
            </a:extLst>
          </p:cNvPr>
          <p:cNvSpPr>
            <a:spLocks xmlns:a="http://schemas.openxmlformats.org/drawingml/2006/main" noGrp="1"/>
          </p:cNvSpPr>
          <p:nvPr/>
        </p:nvSpPr>
        <p:spPr>
          <a:xfrm xmlns:a="http://schemas.openxmlformats.org/drawingml/2006/main">
            <a:off x="457200" y="1247775"/>
            <a:ext cx="11144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34F86"/>
                </a:solidFill>
                <a:latin typeface="Arial"/>
                <a:ea typeface="Arial"/>
                <a:cs typeface="Arial"/>
              </a:defRPr>
            </a:pPr>
            <a:r>
              <a:rPr sz="2625" b="1">
                <a:solidFill>
                  <a:srgbClr val="234F86"/>
                </a:solidFill>
                <a:latin typeface="Arial"/>
                <a:ea typeface="Arial"/>
                <a:cs typeface="Arial"/>
              </a:rPr>
              <a:t>Pawlytics: ward-level conflict intelligence</a:t>
            </a:r>
          </a:p>
        </p:txBody>
      </p:sp>
      <p:sp>
        <p:nvSpPr>
          <p:cNvPr id="15365" name="Proposed solution">
            <a:extLst xmlns:a="http://schemas.openxmlformats.org/drawingml/2006/main">
              <a:ext uri="{FF2B5EF4-FFF2-40B4-BE49-F238E27FC236}">
                <a16:creationId xmlns:a16="http://schemas.microsoft.com/office/drawing/2014/main" id="{1FAE53A3-AF16-42DC-909E-00F82B96DF6E}"/>
              </a:ext>
            </a:extLst>
          </p:cNvPr>
          <p:cNvSpPr>
            <a:spLocks xmlns:a="http://schemas.openxmlformats.org/drawingml/2006/main" noGrp="1"/>
          </p:cNvSpPr>
          <p:nvPr/>
        </p:nvSpPr>
        <p:spPr>
          <a:xfrm xmlns:a="http://schemas.openxmlformats.org/drawingml/2006/main">
            <a:off x="466725" y="1962150"/>
            <a:ext cx="709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34F86"/>
                </a:solidFill>
                <a:latin typeface="Arial"/>
                <a:ea typeface="Arial"/>
                <a:cs typeface="Arial"/>
              </a:defRPr>
            </a:pPr>
            <a:r>
              <a:rPr sz="2100" b="1">
                <a:solidFill>
                  <a:srgbClr val="234F86"/>
                </a:solidFill>
                <a:latin typeface="Arial"/>
                <a:ea typeface="Arial"/>
                <a:cs typeface="Arial"/>
              </a:rPr>
              <a:t>Proposed solution</a:t>
            </a:r>
          </a:p>
        </p:txBody>
      </p:sp>
      <p:sp>
        <p:nvSpPr>
          <p:cNvPr id="15366" name="Citizen reports capture incident type, location and time.&#10;Authori">
            <a:extLst xmlns:a="http://schemas.openxmlformats.org/drawingml/2006/main">
              <a:ext uri="{FF2B5EF4-FFF2-40B4-BE49-F238E27FC236}">
                <a16:creationId xmlns:a16="http://schemas.microsoft.com/office/drawing/2014/main" id="{9F986BC4-07BF-42C3-A4A5-5C37B07BA7F7}"/>
              </a:ext>
            </a:extLst>
          </p:cNvPr>
          <p:cNvSpPr>
            <a:spLocks xmlns:a="http://schemas.openxmlformats.org/drawingml/2006/main" noGrp="1"/>
          </p:cNvSpPr>
          <p:nvPr/>
        </p:nvSpPr>
        <p:spPr>
          <a:xfrm xmlns:a="http://schemas.openxmlformats.org/drawingml/2006/main">
            <a:off x="485775" y="2409825"/>
            <a:ext cx="70961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B2A38"/>
                </a:solidFill>
                <a:latin typeface="Arial"/>
                <a:ea typeface="Arial"/>
                <a:cs typeface="Arial"/>
              </a:defRPr>
            </a:pPr>
            <a:r>
              <a:rPr sz="1875" b="0">
                <a:solidFill>
                  <a:srgbClr val="1B2A38"/>
                </a:solidFill>
                <a:latin typeface="Arial"/>
                <a:ea typeface="Arial"/>
                <a:cs typeface="Arial"/>
              </a:rPr>
              <a:t>Citizen reports capture incident type, location and time.</a:t>
            </a:r>
          </a:p>
          <a:p xmlns:a="http://schemas.openxmlformats.org/drawingml/2006/main">
            <a:pPr>
              <a:defRPr sz="1875" b="0">
                <a:solidFill>
                  <a:srgbClr val="1B2A38"/>
                </a:solidFill>
                <a:latin typeface="Arial"/>
                <a:ea typeface="Arial"/>
                <a:cs typeface="Arial"/>
              </a:defRPr>
            </a:pPr>
            <a:r>
              <a:rPr sz="1875" b="0">
                <a:solidFill>
                  <a:srgbClr val="1B2A38"/>
                </a:solidFill>
                <a:latin typeface="Arial"/>
                <a:ea typeface="Arial"/>
                <a:cs typeface="Arial"/>
              </a:rPr>
              <a:t>Authorities verify evidence and track field actions.</a:t>
            </a:r>
          </a:p>
        </p:txBody>
      </p:sp>
      <p:sp>
        <p:nvSpPr>
          <p:cNvPr id="15367" name="How it addresses the problem">
            <a:extLst xmlns:a="http://schemas.openxmlformats.org/drawingml/2006/main">
              <a:ext uri="{FF2B5EF4-FFF2-40B4-BE49-F238E27FC236}">
                <a16:creationId xmlns:a16="http://schemas.microsoft.com/office/drawing/2014/main" id="{DEBA9E18-915A-43E6-849D-83BB63DB433A}"/>
              </a:ext>
            </a:extLst>
          </p:cNvPr>
          <p:cNvSpPr>
            <a:spLocks xmlns:a="http://schemas.openxmlformats.org/drawingml/2006/main" noGrp="1"/>
          </p:cNvSpPr>
          <p:nvPr/>
        </p:nvSpPr>
        <p:spPr>
          <a:xfrm xmlns:a="http://schemas.openxmlformats.org/drawingml/2006/main">
            <a:off x="466725" y="3371850"/>
            <a:ext cx="7096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34F86"/>
                </a:solidFill>
                <a:latin typeface="Arial"/>
                <a:ea typeface="Arial"/>
                <a:cs typeface="Arial"/>
              </a:defRPr>
            </a:pPr>
            <a:r>
              <a:rPr sz="2100" b="1">
                <a:solidFill>
                  <a:srgbClr val="234F86"/>
                </a:solidFill>
                <a:latin typeface="Arial"/>
                <a:ea typeface="Arial"/>
                <a:cs typeface="Arial"/>
              </a:rPr>
              <a:t>How it addresses the problem</a:t>
            </a:r>
          </a:p>
        </p:txBody>
      </p:sp>
      <p:sp>
        <p:nvSpPr>
          <p:cNvPr id="15368" name="Recent, verified reports inform local risk views and route&#10;cautio">
            <a:extLst xmlns:a="http://schemas.openxmlformats.org/drawingml/2006/main">
              <a:ext uri="{FF2B5EF4-FFF2-40B4-BE49-F238E27FC236}">
                <a16:creationId xmlns:a16="http://schemas.microsoft.com/office/drawing/2014/main" id="{9A83624B-B8BF-4621-B19E-925F8EB4E3F6}"/>
              </a:ext>
            </a:extLst>
          </p:cNvPr>
          <p:cNvSpPr>
            <a:spLocks xmlns:a="http://schemas.openxmlformats.org/drawingml/2006/main" noGrp="1"/>
          </p:cNvSpPr>
          <p:nvPr/>
        </p:nvSpPr>
        <p:spPr>
          <a:xfrm xmlns:a="http://schemas.openxmlformats.org/drawingml/2006/main">
            <a:off x="485775" y="3810000"/>
            <a:ext cx="7115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B2A38"/>
                </a:solidFill>
                <a:latin typeface="Arial"/>
                <a:ea typeface="Arial"/>
                <a:cs typeface="Arial"/>
              </a:defRPr>
            </a:pPr>
            <a:r>
              <a:rPr sz="1875" b="0">
                <a:solidFill>
                  <a:srgbClr val="1B2A38"/>
                </a:solidFill>
                <a:latin typeface="Arial"/>
                <a:ea typeface="Arial"/>
                <a:cs typeface="Arial"/>
              </a:rPr>
              <a:t>Recent, verified reports inform local risk views and route</a:t>
            </a:r>
          </a:p>
          <a:p xmlns:a="http://schemas.openxmlformats.org/drawingml/2006/main">
            <a:pPr>
              <a:defRPr sz="1875" b="0">
                <a:solidFill>
                  <a:srgbClr val="1B2A38"/>
                </a:solidFill>
                <a:latin typeface="Arial"/>
                <a:ea typeface="Arial"/>
                <a:cs typeface="Arial"/>
              </a:defRPr>
            </a:pPr>
            <a:r>
              <a:rPr sz="1875" b="0">
                <a:solidFill>
                  <a:srgbClr val="1B2A38"/>
                </a:solidFill>
                <a:latin typeface="Arial"/>
                <a:ea typeface="Arial"/>
                <a:cs typeface="Arial"/>
              </a:rPr>
              <a:t>caution. Ward dashboards support response priorities.</a:t>
            </a:r>
          </a:p>
        </p:txBody>
      </p:sp>
      <p:sp>
        <p:nvSpPr>
          <p:cNvPr id="15369" name="Innovation and uniqueness">
            <a:extLst xmlns:a="http://schemas.openxmlformats.org/drawingml/2006/main">
              <a:ext uri="{FF2B5EF4-FFF2-40B4-BE49-F238E27FC236}">
                <a16:creationId xmlns:a16="http://schemas.microsoft.com/office/drawing/2014/main" id="{1B40A9E3-3CA6-40CD-8E51-783F5B976DD0}"/>
              </a:ext>
            </a:extLst>
          </p:cNvPr>
          <p:cNvSpPr>
            <a:spLocks xmlns:a="http://schemas.openxmlformats.org/drawingml/2006/main" noGrp="1"/>
          </p:cNvSpPr>
          <p:nvPr/>
        </p:nvSpPr>
        <p:spPr>
          <a:xfrm xmlns:a="http://schemas.openxmlformats.org/drawingml/2006/main">
            <a:off x="466725" y="4743450"/>
            <a:ext cx="7096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34F86"/>
                </a:solidFill>
                <a:latin typeface="Arial"/>
                <a:ea typeface="Arial"/>
                <a:cs typeface="Arial"/>
              </a:defRPr>
            </a:pPr>
            <a:r>
              <a:rPr sz="2100" b="1">
                <a:solidFill>
                  <a:srgbClr val="234F86"/>
                </a:solidFill>
                <a:latin typeface="Arial"/>
                <a:ea typeface="Arial"/>
                <a:cs typeface="Arial"/>
              </a:rPr>
              <a:t>Innovation and uniqueness</a:t>
            </a:r>
          </a:p>
        </p:txBody>
      </p:sp>
      <p:sp>
        <p:nvSpPr>
          <p:cNvPr id="15370" name="An explainable score combines severity, age and trust.&#10;Evidence c">
            <a:extLst xmlns:a="http://schemas.openxmlformats.org/drawingml/2006/main">
              <a:ext uri="{FF2B5EF4-FFF2-40B4-BE49-F238E27FC236}">
                <a16:creationId xmlns:a16="http://schemas.microsoft.com/office/drawing/2014/main" id="{2092A9CF-95CB-4CE0-A206-1458EA7260B9}"/>
              </a:ext>
            </a:extLst>
          </p:cNvPr>
          <p:cNvSpPr>
            <a:spLocks xmlns:a="http://schemas.openxmlformats.org/drawingml/2006/main" noGrp="1"/>
          </p:cNvSpPr>
          <p:nvPr/>
        </p:nvSpPr>
        <p:spPr>
          <a:xfrm xmlns:a="http://schemas.openxmlformats.org/drawingml/2006/main">
            <a:off x="485775" y="5181600"/>
            <a:ext cx="71247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B2A38"/>
                </a:solidFill>
                <a:latin typeface="Arial"/>
                <a:ea typeface="Arial"/>
                <a:cs typeface="Arial"/>
              </a:defRPr>
            </a:pPr>
            <a:r>
              <a:rPr sz="1875" b="0">
                <a:solidFill>
                  <a:srgbClr val="1B2A38"/>
                </a:solidFill>
                <a:latin typeface="Arial"/>
                <a:ea typeface="Arial"/>
                <a:cs typeface="Arial"/>
              </a:rPr>
              <a:t>An explainable score combines severity, age and trust.</a:t>
            </a:r>
          </a:p>
          <a:p xmlns:a="http://schemas.openxmlformats.org/drawingml/2006/main">
            <a:pPr>
              <a:defRPr sz="1875" b="0">
                <a:solidFill>
                  <a:srgbClr val="1B2A38"/>
                </a:solidFill>
                <a:latin typeface="Arial"/>
                <a:ea typeface="Arial"/>
                <a:cs typeface="Arial"/>
              </a:defRPr>
            </a:pPr>
            <a:r>
              <a:rPr sz="1875" b="0">
                <a:solidFill>
                  <a:srgbClr val="1B2A38"/>
                </a:solidFill>
                <a:latin typeface="Arial"/>
                <a:ea typeface="Arial"/>
                <a:cs typeface="Arial"/>
              </a:rPr>
              <a:t>Evidence confidence stays visible. Actions close the loop.</a:t>
            </a:r>
          </a:p>
        </p:txBody>
      </p:sp>
      <p:pic>
        <p:nvPicPr>
          <p:cNvPr id="15386" name=""/>
          <p:cNvPicPr>
            <a:picLocks xmlns:a="http://schemas.openxmlformats.org/drawingml/2006/main" noChangeAspect="1"/>
          </p:cNvPicPr>
          <p:nvPr/>
        </p:nvPicPr>
        <p:blipFill>
          <a:blip xmlns:r="http://schemas.openxmlformats.org/officeDocument/2006/relationships" xmlns:a="http://schemas.openxmlformats.org/drawingml/2006/main" r:embed="R334c2af358424d16"/>
          <a:stretch xmlns:a="http://schemas.openxmlformats.org/drawingml/2006/main"/>
        </p:blipFill>
        <p:spPr>
          <a:xfrm xmlns:a="http://schemas.openxmlformats.org/drawingml/2006/main">
            <a:off x="8181975" y="1887574"/>
            <a:ext cx="3076575" cy="4054401"/>
          </a:xfrm>
          <a:prstGeom xmlns:a="http://schemas.openxmlformats.org/drawingml/2006/main" prst="rect">
            <a:avLst/>
          </a:prstGeom>
        </p:spPr>
      </p:pic>
      <p:sp>
        <p:nvSpPr>
          <p:cNvPr id="15372" name="Citizen portal: synthetic demo data">
            <a:extLst xmlns:a="http://schemas.openxmlformats.org/drawingml/2006/main">
              <a:ext uri="{FF2B5EF4-FFF2-40B4-BE49-F238E27FC236}">
                <a16:creationId xmlns:a16="http://schemas.microsoft.com/office/drawing/2014/main" id="{F68AC71A-EDCF-4DEE-8181-0B922DD9D475}"/>
              </a:ext>
            </a:extLst>
          </p:cNvPr>
          <p:cNvSpPr>
            <a:spLocks xmlns:a="http://schemas.openxmlformats.org/drawingml/2006/main" noGrp="1"/>
          </p:cNvSpPr>
          <p:nvPr/>
        </p:nvSpPr>
        <p:spPr>
          <a:xfrm xmlns:a="http://schemas.openxmlformats.org/drawingml/2006/main">
            <a:off x="8143875" y="6019800"/>
            <a:ext cx="3486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875"/>
                </a:solidFill>
                <a:latin typeface="Arial"/>
                <a:ea typeface="Arial"/>
                <a:cs typeface="Arial"/>
              </a:defRPr>
            </a:pPr>
            <a:r>
              <a:rPr sz="1275" b="0">
                <a:solidFill>
                  <a:srgbClr val="566875"/>
                </a:solidFill>
                <a:latin typeface="Arial"/>
                <a:ea typeface="Arial"/>
                <a:cs typeface="Arial"/>
              </a:rPr>
              <a:t>Citizen portal: synthetic demo data</a:t>
            </a:r>
          </a:p>
        </p:txBody>
      </p:sp>
    </p:spTree>
    <p:extLst>
      <p:ext uri="{BB962C8B-B14F-4D97-AF65-F5344CB8AC3E}">
        <p14:creationId xmlns:p14="http://schemas.microsoft.com/office/powerpoint/2010/main" val="123660043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solidFill>
                <a:schemeClr val="accent2">
                  <a:lumMod val="75000"/>
                </a:schemeClr>
              </a:solidFill>
              <a:latin typeface="+mn-lt"/>
              <a:ea typeface="+mn-lt"/>
              <a:cs typeface="+mn-lt"/>
            </a:endParaRPr>
          </a:p>
        </p:txBody>
      </p:sp>
      <p:sp>
        <p:nvSpPr>
          <p:cNvPr id="17409" name="Title 1">
            <a:extLst xmlns:a="http://schemas.openxmlformats.org/drawingml/2006/main">
              <a:ext uri="{FF2B5EF4-FFF2-40B4-BE49-F238E27FC236}">
                <a16:creationId xmlns:a16="http://schemas.microsoft.com/office/drawing/2014/main" id="{D6A43CB7-B0DC-4F9F-9F44-7160FA0B46B9}"/>
              </a:ext>
            </a:extLst>
          </p:cNvPr>
          <p:cNvSpPr>
            <a:spLocks xmlns:a="http://schemas.openxmlformats.org/drawingml/2006/main" noGrp="1"/>
          </p:cNvSpPr>
          <p:nvPr>
            <p:ph type="title" idx="0"/>
          </p:nvPr>
        </p:nvSpPr>
        <p:spPr>
          <a:xfrm xmlns:a="http://schemas.openxmlformats.org/drawingml/2006/main">
            <a:off x="1714500" y="209550"/>
            <a:ext cx="8048625" cy="914400"/>
          </a:xfrm>
        </p:spPr>
        <p:txBody>
          <a:bodyPr xmlns:a="http://schemas.openxmlformats.org/drawingml/2006/main"/>
          <a:lstStyle xmlns:a="http://schemas.openxmlformats.org/drawingml/2006/main"/>
          <a:p xmlns:a="http://schemas.openxmlformats.org/drawingml/2006/main">
            <a:pPr algn="ctr">
              <a:buNone/>
              <a:defRPr sz="3300" b="1">
                <a:solidFill>
                  <a:srgbClr val="000000"/>
                </a:solidFill>
                <a:latin typeface="Times New Roman"/>
                <a:ea typeface="Times New Roman"/>
                <a:cs typeface="Times New Roman"/>
              </a:defRPr>
            </a:pPr>
            <a:r>
              <a:rPr sz="3300" b="1">
                <a:solidFill>
                  <a:srgbClr val="000000"/>
                </a:solidFill>
                <a:latin typeface="Times New Roman"/>
                <a:ea typeface="Times New Roman"/>
                <a:cs typeface="Times New Roman"/>
              </a:rPr>
              <a:t>TECHNICAL APPROACH</a:t>
            </a:r>
          </a:p>
        </p:txBody>
      </p:sp>
      <p:sp>
        <p:nvSpPr>
          <p:cNvPr id="6" name="Slide Number Placeholder 5">
            <a:extLst xmlns:a="http://schemas.openxmlformats.org/drawingml/2006/main">
              <a:ext uri="{FF2B5EF4-FFF2-40B4-BE49-F238E27FC236}">
                <a16:creationId xmlns:a16="http://schemas.microsoft.com/office/drawing/2014/main" id="{6765AE9E-B059-41F1-86C9-BD267C3AFC4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77C3CE7-23F7-4828-823C-E0205DF2CF97}" type="slidenum">
              <a:rPr b="1">
                <a:solidFill>
                  <a:schemeClr val="bg1"/>
                </a:solidFill>
              </a:rPr>
              <a:t>3</a:t>
            </a:fld>
            <a:endParaRPr b="1">
              <a:solidFill>
                <a:schemeClr val="bg1"/>
              </a:solidFill>
            </a:endParaRPr>
          </a:p>
        </p:txBody>
      </p:sp>
      <p:sp>
        <p:nvSpPr>
          <p:cNvPr id="7" name="Footer Placeholder 6">
            <a:extLst xmlns:a="http://schemas.openxmlformats.org/drawingml/2006/main">
              <a:ext uri="{FF2B5EF4-FFF2-40B4-BE49-F238E27FC236}">
                <a16:creationId xmlns:a16="http://schemas.microsoft.com/office/drawing/2014/main" id="{C4002B7D-6A60-43DE-B713-47E528BB2949}"/>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a:buNone/>
            </a:pPr>
            <a:r>
              <a:rPr>
                <a:solidFill>
                  <a:schemeClr val="bg1"/>
                </a:solidFill>
              </a:rPr>
              <a:t>@SIH Idea submission- Template</a:t>
            </a:r>
            <a:endParaRPr>
              <a:solidFill>
                <a:schemeClr val="bg1"/>
              </a:solidFill>
            </a:endParaRPr>
          </a:p>
        </p:txBody>
      </p:sp>
      <p:sp>
        <p:nvSpPr>
          <p:cNvPr id="11" name="Oval 10">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defRPr sz="1125" b="1">
                <a:solidFill>
                  <a:srgbClr val="234F86"/>
                </a:solidFill>
                <a:latin typeface="Arial"/>
                <a:ea typeface="Arial"/>
                <a:cs typeface="Arial"/>
              </a:defRPr>
            </a:pPr>
            <a:r>
              <a:rPr sz="1125" b="1">
                <a:solidFill>
                  <a:srgbClr val="234F86"/>
                </a:solidFill>
                <a:latin typeface="Arial"/>
                <a:ea typeface="Arial"/>
                <a:cs typeface="Arial"/>
              </a:rPr>
              <a:t>Team</a:t>
            </a:r>
            <a:endParaRPr/>
          </a:p>
          <a:p xmlns:a="http://schemas.openxmlformats.org/drawingml/2006/main">
            <a:pPr algn="ctr">
              <a:buNone/>
              <a:defRPr sz="1125" b="1">
                <a:solidFill>
                  <a:srgbClr val="234F86"/>
                </a:solidFill>
                <a:latin typeface="Arial"/>
                <a:ea typeface="Arial"/>
                <a:cs typeface="Arial"/>
              </a:defRPr>
            </a:pPr>
            <a:r>
              <a:rPr sz="1125" b="1">
                <a:solidFill>
                  <a:srgbClr val="234F86"/>
                </a:solidFill>
                <a:latin typeface="Arial"/>
                <a:ea typeface="Arial"/>
                <a:cs typeface="Arial"/>
              </a:rPr>
              <a:t>Pawlytics</a:t>
            </a:r>
            <a:endParaRPr/>
          </a:p>
        </p:txBody>
      </p:sp>
      <p:pic>
        <p:nvPicPr>
          <p:cNvPr id="17458" name="Picture 11"/>
          <p:cNvPicPr>
            <a:picLocks xmlns:a="http://schemas.openxmlformats.org/drawingml/2006/main" noChangeAspect="1"/>
          </p:cNvPicPr>
          <p:nvPr/>
        </p:nvPicPr>
        <p:blipFill>
          <a:blip xmlns:r="http://schemas.openxmlformats.org/officeDocument/2006/relationships" xmlns:a="http://schemas.openxmlformats.org/drawingml/2006/main" r:embed="Rec516d3c00274107"/>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7412" name="Technologies and system architecture">
            <a:extLst xmlns:a="http://schemas.openxmlformats.org/drawingml/2006/main">
              <a:ext uri="{FF2B5EF4-FFF2-40B4-BE49-F238E27FC236}">
                <a16:creationId xmlns:a16="http://schemas.microsoft.com/office/drawing/2014/main" id="{CD3E758E-7B68-41DE-A624-6D1310187EB0}"/>
              </a:ext>
            </a:extLst>
          </p:cNvPr>
          <p:cNvSpPr>
            <a:spLocks xmlns:a="http://schemas.openxmlformats.org/drawingml/2006/main" noGrp="1"/>
          </p:cNvSpPr>
          <p:nvPr/>
        </p:nvSpPr>
        <p:spPr>
          <a:xfrm xmlns:a="http://schemas.openxmlformats.org/drawingml/2006/main">
            <a:off x="457200" y="131445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34F86"/>
                </a:solidFill>
                <a:latin typeface="Arial"/>
                <a:ea typeface="Arial"/>
                <a:cs typeface="Arial"/>
              </a:defRPr>
            </a:pPr>
            <a:r>
              <a:rPr sz="2100" b="1">
                <a:solidFill>
                  <a:srgbClr val="234F86"/>
                </a:solidFill>
                <a:latin typeface="Arial"/>
                <a:ea typeface="Arial"/>
                <a:cs typeface="Arial"/>
              </a:rPr>
              <a:t>Technologies and system architecture</a:t>
            </a:r>
          </a:p>
        </p:txBody>
      </p:sp>
      <p:sp>
        <p:nvSpPr>
          <p:cNvPr id="17413" name="">
            <a:extLst xmlns:a="http://schemas.openxmlformats.org/drawingml/2006/main">
              <a:ext uri="{FF2B5EF4-FFF2-40B4-BE49-F238E27FC236}">
                <a16:creationId xmlns:a16="http://schemas.microsoft.com/office/drawing/2014/main" id="{B3FAC24F-F63B-4648-B20E-7B586FC76CFE}"/>
              </a:ext>
            </a:extLst>
          </p:cNvPr>
          <p:cNvSpPr>
            <a:spLocks xmlns:a="http://schemas.openxmlformats.org/drawingml/2006/main" noGrp="1"/>
          </p:cNvSpPr>
          <p:nvPr/>
        </p:nvSpPr>
        <p:spPr>
          <a:xfrm xmlns:a="http://schemas.openxmlformats.org/drawingml/2006/main">
            <a:off x="476250" y="1933575"/>
            <a:ext cx="3190875" cy="1085850"/>
          </a:xfrm>
          <a:prstGeom xmlns:a="http://schemas.openxmlformats.org/drawingml/2006/main" prst="roundRect">
            <a:avLst>
              <a:gd name="adj" fmla="val 7895"/>
            </a:avLst>
          </a:prstGeom>
          <a:solidFill xmlns:a="http://schemas.openxmlformats.org/drawingml/2006/main">
            <a:srgbClr val="F1F7FA"/>
          </a:solidFill>
          <a:ln xmlns:a="http://schemas.openxmlformats.org/drawingml/2006/main" w="16193">
            <a:solidFill>
              <a:srgbClr val="0073BC"/>
            </a:solidFill>
          </a:ln>
        </p:spPr>
      </p:sp>
      <p:sp>
        <p:nvSpPr>
          <p:cNvPr id="17414" name="Citizen PWA">
            <a:extLst xmlns:a="http://schemas.openxmlformats.org/drawingml/2006/main">
              <a:ext uri="{FF2B5EF4-FFF2-40B4-BE49-F238E27FC236}">
                <a16:creationId xmlns:a16="http://schemas.microsoft.com/office/drawing/2014/main" id="{DB779B87-AFAE-4EB9-9AFA-716A039B84EC}"/>
              </a:ext>
            </a:extLst>
          </p:cNvPr>
          <p:cNvSpPr>
            <a:spLocks xmlns:a="http://schemas.openxmlformats.org/drawingml/2006/main" noGrp="1"/>
          </p:cNvSpPr>
          <p:nvPr/>
        </p:nvSpPr>
        <p:spPr>
          <a:xfrm xmlns:a="http://schemas.openxmlformats.org/drawingml/2006/main">
            <a:off x="609600" y="2028825"/>
            <a:ext cx="29241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3BC"/>
                </a:solidFill>
                <a:latin typeface="Arial"/>
                <a:ea typeface="Arial"/>
                <a:cs typeface="Arial"/>
              </a:defRPr>
            </a:pPr>
            <a:r>
              <a:rPr sz="1800" b="1">
                <a:solidFill>
                  <a:srgbClr val="0073BC"/>
                </a:solidFill>
                <a:latin typeface="Arial"/>
                <a:ea typeface="Arial"/>
                <a:cs typeface="Arial"/>
              </a:rPr>
              <a:t>Citizen PWA</a:t>
            </a:r>
          </a:p>
        </p:txBody>
      </p:sp>
      <p:sp>
        <p:nvSpPr>
          <p:cNvPr id="17415" name="Incident reports and risk views">
            <a:extLst xmlns:a="http://schemas.openxmlformats.org/drawingml/2006/main">
              <a:ext uri="{FF2B5EF4-FFF2-40B4-BE49-F238E27FC236}">
                <a16:creationId xmlns:a16="http://schemas.microsoft.com/office/drawing/2014/main" id="{2DD5EA95-DF95-4936-8D24-AF74F73237A5}"/>
              </a:ext>
            </a:extLst>
          </p:cNvPr>
          <p:cNvSpPr>
            <a:spLocks xmlns:a="http://schemas.openxmlformats.org/drawingml/2006/main" noGrp="1"/>
          </p:cNvSpPr>
          <p:nvPr/>
        </p:nvSpPr>
        <p:spPr>
          <a:xfrm xmlns:a="http://schemas.openxmlformats.org/drawingml/2006/main">
            <a:off x="609600" y="2400300"/>
            <a:ext cx="29241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Incident reports and risk views</a:t>
            </a:r>
          </a:p>
        </p:txBody>
      </p:sp>
      <p:sp>
        <p:nvSpPr>
          <p:cNvPr id="17416" name="">
            <a:extLst xmlns:a="http://schemas.openxmlformats.org/drawingml/2006/main">
              <a:ext uri="{FF2B5EF4-FFF2-40B4-BE49-F238E27FC236}">
                <a16:creationId xmlns:a16="http://schemas.microsoft.com/office/drawing/2014/main" id="{C99463B6-AA94-4D66-AF4B-3D013CF1AAB4}"/>
              </a:ext>
            </a:extLst>
          </p:cNvPr>
          <p:cNvSpPr>
            <a:spLocks xmlns:a="http://schemas.openxmlformats.org/drawingml/2006/main" noGrp="1"/>
          </p:cNvSpPr>
          <p:nvPr/>
        </p:nvSpPr>
        <p:spPr>
          <a:xfrm xmlns:a="http://schemas.openxmlformats.org/drawingml/2006/main">
            <a:off x="4514850" y="1933575"/>
            <a:ext cx="3190875" cy="1085850"/>
          </a:xfrm>
          <a:prstGeom xmlns:a="http://schemas.openxmlformats.org/drawingml/2006/main" prst="roundRect">
            <a:avLst>
              <a:gd name="adj" fmla="val 7895"/>
            </a:avLst>
          </a:prstGeom>
          <a:solidFill xmlns:a="http://schemas.openxmlformats.org/drawingml/2006/main">
            <a:srgbClr val="F1F7FA"/>
          </a:solidFill>
          <a:ln xmlns:a="http://schemas.openxmlformats.org/drawingml/2006/main" w="16193">
            <a:solidFill>
              <a:srgbClr val="0073BC"/>
            </a:solidFill>
          </a:ln>
        </p:spPr>
      </p:sp>
      <p:sp>
        <p:nvSpPr>
          <p:cNvPr id="17417" name="React application">
            <a:extLst xmlns:a="http://schemas.openxmlformats.org/drawingml/2006/main">
              <a:ext uri="{FF2B5EF4-FFF2-40B4-BE49-F238E27FC236}">
                <a16:creationId xmlns:a16="http://schemas.microsoft.com/office/drawing/2014/main" id="{31F212FB-1DA2-416D-9128-2B3FC6DF0A76}"/>
              </a:ext>
            </a:extLst>
          </p:cNvPr>
          <p:cNvSpPr>
            <a:spLocks xmlns:a="http://schemas.openxmlformats.org/drawingml/2006/main" noGrp="1"/>
          </p:cNvSpPr>
          <p:nvPr/>
        </p:nvSpPr>
        <p:spPr>
          <a:xfrm xmlns:a="http://schemas.openxmlformats.org/drawingml/2006/main">
            <a:off x="4648200" y="2028825"/>
            <a:ext cx="29241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3BC"/>
                </a:solidFill>
                <a:latin typeface="Arial"/>
                <a:ea typeface="Arial"/>
                <a:cs typeface="Arial"/>
              </a:defRPr>
            </a:pPr>
            <a:r>
              <a:rPr sz="1800" b="1">
                <a:solidFill>
                  <a:srgbClr val="0073BC"/>
                </a:solidFill>
                <a:latin typeface="Arial"/>
                <a:ea typeface="Arial"/>
                <a:cs typeface="Arial"/>
              </a:rPr>
              <a:t>React application</a:t>
            </a:r>
          </a:p>
        </p:txBody>
      </p:sp>
      <p:sp>
        <p:nvSpPr>
          <p:cNvPr id="17418" name="Vite, Tailwind, React Router&#10;and TanStack Query">
            <a:extLst xmlns:a="http://schemas.openxmlformats.org/drawingml/2006/main">
              <a:ext uri="{FF2B5EF4-FFF2-40B4-BE49-F238E27FC236}">
                <a16:creationId xmlns:a16="http://schemas.microsoft.com/office/drawing/2014/main" id="{7E2635DE-B74F-4374-853E-F4BD8BA3B226}"/>
              </a:ext>
            </a:extLst>
          </p:cNvPr>
          <p:cNvSpPr>
            <a:spLocks xmlns:a="http://schemas.openxmlformats.org/drawingml/2006/main" noGrp="1"/>
          </p:cNvSpPr>
          <p:nvPr/>
        </p:nvSpPr>
        <p:spPr>
          <a:xfrm xmlns:a="http://schemas.openxmlformats.org/drawingml/2006/main">
            <a:off x="4648200" y="2400300"/>
            <a:ext cx="29241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Vite, Tailwind, React Router</a:t>
            </a:r>
          </a:p>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and TanStack Query</a:t>
            </a:r>
          </a:p>
        </p:txBody>
      </p:sp>
      <p:sp>
        <p:nvSpPr>
          <p:cNvPr id="17419" name="">
            <a:extLst xmlns:a="http://schemas.openxmlformats.org/drawingml/2006/main">
              <a:ext uri="{FF2B5EF4-FFF2-40B4-BE49-F238E27FC236}">
                <a16:creationId xmlns:a16="http://schemas.microsoft.com/office/drawing/2014/main" id="{E43106C4-6A13-4B7A-9733-54F35CA88E1F}"/>
              </a:ext>
            </a:extLst>
          </p:cNvPr>
          <p:cNvSpPr>
            <a:spLocks xmlns:a="http://schemas.openxmlformats.org/drawingml/2006/main" noGrp="1"/>
          </p:cNvSpPr>
          <p:nvPr/>
        </p:nvSpPr>
        <p:spPr>
          <a:xfrm xmlns:a="http://schemas.openxmlformats.org/drawingml/2006/main">
            <a:off x="8543925" y="1933575"/>
            <a:ext cx="3190875" cy="1085850"/>
          </a:xfrm>
          <a:prstGeom xmlns:a="http://schemas.openxmlformats.org/drawingml/2006/main" prst="roundRect">
            <a:avLst>
              <a:gd name="adj" fmla="val 7895"/>
            </a:avLst>
          </a:prstGeom>
          <a:solidFill xmlns:a="http://schemas.openxmlformats.org/drawingml/2006/main">
            <a:srgbClr val="F1F7FA"/>
          </a:solidFill>
          <a:ln xmlns:a="http://schemas.openxmlformats.org/drawingml/2006/main" w="16193">
            <a:solidFill>
              <a:srgbClr val="128367"/>
            </a:solidFill>
          </a:ln>
        </p:spPr>
      </p:sp>
      <p:sp>
        <p:nvSpPr>
          <p:cNvPr id="17420" name="Supabase">
            <a:extLst xmlns:a="http://schemas.openxmlformats.org/drawingml/2006/main">
              <a:ext uri="{FF2B5EF4-FFF2-40B4-BE49-F238E27FC236}">
                <a16:creationId xmlns:a16="http://schemas.microsoft.com/office/drawing/2014/main" id="{B23D7EB0-CC8A-4C3B-9A3D-3BD52F3BA60B}"/>
              </a:ext>
            </a:extLst>
          </p:cNvPr>
          <p:cNvSpPr>
            <a:spLocks xmlns:a="http://schemas.openxmlformats.org/drawingml/2006/main" noGrp="1"/>
          </p:cNvSpPr>
          <p:nvPr/>
        </p:nvSpPr>
        <p:spPr>
          <a:xfrm xmlns:a="http://schemas.openxmlformats.org/drawingml/2006/main">
            <a:off x="8677275" y="2028825"/>
            <a:ext cx="29241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28367"/>
                </a:solidFill>
                <a:latin typeface="Arial"/>
                <a:ea typeface="Arial"/>
                <a:cs typeface="Arial"/>
              </a:defRPr>
            </a:pPr>
            <a:r>
              <a:rPr sz="1800" b="1">
                <a:solidFill>
                  <a:srgbClr val="128367"/>
                </a:solidFill>
                <a:latin typeface="Arial"/>
                <a:ea typeface="Arial"/>
                <a:cs typeface="Arial"/>
              </a:rPr>
              <a:t>Supabase</a:t>
            </a:r>
          </a:p>
        </p:txBody>
      </p:sp>
      <p:sp>
        <p:nvSpPr>
          <p:cNvPr id="17421" name="PostgreSQL, Auth and&#10;row-level security">
            <a:extLst xmlns:a="http://schemas.openxmlformats.org/drawingml/2006/main">
              <a:ext uri="{FF2B5EF4-FFF2-40B4-BE49-F238E27FC236}">
                <a16:creationId xmlns:a16="http://schemas.microsoft.com/office/drawing/2014/main" id="{5C9C1249-0E55-4695-9387-D92EBECABF49}"/>
              </a:ext>
            </a:extLst>
          </p:cNvPr>
          <p:cNvSpPr>
            <a:spLocks xmlns:a="http://schemas.openxmlformats.org/drawingml/2006/main" noGrp="1"/>
          </p:cNvSpPr>
          <p:nvPr/>
        </p:nvSpPr>
        <p:spPr>
          <a:xfrm xmlns:a="http://schemas.openxmlformats.org/drawingml/2006/main">
            <a:off x="8677275" y="2400300"/>
            <a:ext cx="29241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PostgreSQL, Auth and</a:t>
            </a:r>
          </a:p>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row-level security</a:t>
            </a:r>
          </a:p>
        </p:txBody>
      </p:sp>
      <p:sp>
        <p:nvSpPr>
          <p:cNvPr id="17422" name="">
            <a:extLst xmlns:a="http://schemas.openxmlformats.org/drawingml/2006/main">
              <a:ext uri="{FF2B5EF4-FFF2-40B4-BE49-F238E27FC236}">
                <a16:creationId xmlns:a16="http://schemas.microsoft.com/office/drawing/2014/main" id="{26EAE3AC-7DC9-42FE-98A6-942A7405168C}"/>
              </a:ext>
            </a:extLst>
          </p:cNvPr>
          <p:cNvSpPr>
            <a:spLocks xmlns:a="http://schemas.openxmlformats.org/drawingml/2006/main" noGrp="1"/>
          </p:cNvSpPr>
          <p:nvPr/>
        </p:nvSpPr>
        <p:spPr>
          <a:xfrm xmlns:a="http://schemas.openxmlformats.org/drawingml/2006/main">
            <a:off x="476250" y="3524250"/>
            <a:ext cx="3190875" cy="1085850"/>
          </a:xfrm>
          <a:prstGeom xmlns:a="http://schemas.openxmlformats.org/drawingml/2006/main" prst="roundRect">
            <a:avLst>
              <a:gd name="adj" fmla="val 7895"/>
            </a:avLst>
          </a:prstGeom>
          <a:solidFill xmlns:a="http://schemas.openxmlformats.org/drawingml/2006/main">
            <a:srgbClr val="F1F7FA"/>
          </a:solidFill>
          <a:ln xmlns:a="http://schemas.openxmlformats.org/drawingml/2006/main" w="16193">
            <a:solidFill>
              <a:srgbClr val="128367"/>
            </a:solidFill>
          </a:ln>
        </p:spPr>
      </p:sp>
      <p:sp>
        <p:nvSpPr>
          <p:cNvPr id="17423" name="Authority portal">
            <a:extLst xmlns:a="http://schemas.openxmlformats.org/drawingml/2006/main">
              <a:ext uri="{FF2B5EF4-FFF2-40B4-BE49-F238E27FC236}">
                <a16:creationId xmlns:a16="http://schemas.microsoft.com/office/drawing/2014/main" id="{87F2E710-46CB-4A83-98CB-229EBE1CACFB}"/>
              </a:ext>
            </a:extLst>
          </p:cNvPr>
          <p:cNvSpPr>
            <a:spLocks xmlns:a="http://schemas.openxmlformats.org/drawingml/2006/main" noGrp="1"/>
          </p:cNvSpPr>
          <p:nvPr/>
        </p:nvSpPr>
        <p:spPr>
          <a:xfrm xmlns:a="http://schemas.openxmlformats.org/drawingml/2006/main">
            <a:off x="609600" y="3619500"/>
            <a:ext cx="29241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28367"/>
                </a:solidFill>
                <a:latin typeface="Arial"/>
                <a:ea typeface="Arial"/>
                <a:cs typeface="Arial"/>
              </a:defRPr>
            </a:pPr>
            <a:r>
              <a:rPr sz="1800" b="1">
                <a:solidFill>
                  <a:srgbClr val="128367"/>
                </a:solidFill>
                <a:latin typeface="Arial"/>
                <a:ea typeface="Arial"/>
                <a:cs typeface="Arial"/>
              </a:rPr>
              <a:t>Authority portal</a:t>
            </a:r>
          </a:p>
        </p:txBody>
      </p:sp>
      <p:sp>
        <p:nvSpPr>
          <p:cNvPr id="17424" name="Verification, actions and exports">
            <a:extLst xmlns:a="http://schemas.openxmlformats.org/drawingml/2006/main">
              <a:ext uri="{FF2B5EF4-FFF2-40B4-BE49-F238E27FC236}">
                <a16:creationId xmlns:a16="http://schemas.microsoft.com/office/drawing/2014/main" id="{272B7FF3-5C0C-46F5-98FE-2090B8A152BD}"/>
              </a:ext>
            </a:extLst>
          </p:cNvPr>
          <p:cNvSpPr>
            <a:spLocks xmlns:a="http://schemas.openxmlformats.org/drawingml/2006/main" noGrp="1"/>
          </p:cNvSpPr>
          <p:nvPr/>
        </p:nvSpPr>
        <p:spPr>
          <a:xfrm xmlns:a="http://schemas.openxmlformats.org/drawingml/2006/main">
            <a:off x="609600" y="3990975"/>
            <a:ext cx="29241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Verification, actions and exports</a:t>
            </a:r>
          </a:p>
        </p:txBody>
      </p:sp>
      <p:sp>
        <p:nvSpPr>
          <p:cNvPr id="17425" name="">
            <a:extLst xmlns:a="http://schemas.openxmlformats.org/drawingml/2006/main">
              <a:ext uri="{FF2B5EF4-FFF2-40B4-BE49-F238E27FC236}">
                <a16:creationId xmlns:a16="http://schemas.microsoft.com/office/drawing/2014/main" id="{6BDDB37F-0F2D-4927-BC00-018D94A87697}"/>
              </a:ext>
            </a:extLst>
          </p:cNvPr>
          <p:cNvSpPr>
            <a:spLocks xmlns:a="http://schemas.openxmlformats.org/drawingml/2006/main" noGrp="1"/>
          </p:cNvSpPr>
          <p:nvPr/>
        </p:nvSpPr>
        <p:spPr>
          <a:xfrm xmlns:a="http://schemas.openxmlformats.org/drawingml/2006/main">
            <a:off x="4514850" y="3524250"/>
            <a:ext cx="3190875" cy="1085850"/>
          </a:xfrm>
          <a:prstGeom xmlns:a="http://schemas.openxmlformats.org/drawingml/2006/main" prst="roundRect">
            <a:avLst>
              <a:gd name="adj" fmla="val 7895"/>
            </a:avLst>
          </a:prstGeom>
          <a:solidFill xmlns:a="http://schemas.openxmlformats.org/drawingml/2006/main">
            <a:srgbClr val="F1F7FA"/>
          </a:solidFill>
          <a:ln xmlns:a="http://schemas.openxmlformats.org/drawingml/2006/main" w="16193">
            <a:solidFill>
              <a:srgbClr val="0073BC"/>
            </a:solidFill>
          </a:ln>
        </p:spPr>
      </p:sp>
      <p:sp>
        <p:nvSpPr>
          <p:cNvPr id="17426" name="Risk + spatial layer">
            <a:extLst xmlns:a="http://schemas.openxmlformats.org/drawingml/2006/main">
              <a:ext uri="{FF2B5EF4-FFF2-40B4-BE49-F238E27FC236}">
                <a16:creationId xmlns:a16="http://schemas.microsoft.com/office/drawing/2014/main" id="{58BD21A5-502E-4712-8154-29B4C6F4A589}"/>
              </a:ext>
            </a:extLst>
          </p:cNvPr>
          <p:cNvSpPr>
            <a:spLocks xmlns:a="http://schemas.openxmlformats.org/drawingml/2006/main" noGrp="1"/>
          </p:cNvSpPr>
          <p:nvPr/>
        </p:nvSpPr>
        <p:spPr>
          <a:xfrm xmlns:a="http://schemas.openxmlformats.org/drawingml/2006/main">
            <a:off x="4648200" y="3619500"/>
            <a:ext cx="29241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3BC"/>
                </a:solidFill>
                <a:latin typeface="Arial"/>
                <a:ea typeface="Arial"/>
                <a:cs typeface="Arial"/>
              </a:defRPr>
            </a:pPr>
            <a:r>
              <a:rPr sz="1800" b="1">
                <a:solidFill>
                  <a:srgbClr val="0073BC"/>
                </a:solidFill>
                <a:latin typeface="Arial"/>
                <a:ea typeface="Arial"/>
                <a:cs typeface="Arial"/>
              </a:rPr>
              <a:t>Risk + spatial layer</a:t>
            </a:r>
          </a:p>
        </p:txBody>
      </p:sp>
      <p:sp>
        <p:nvSpPr>
          <p:cNvPr id="17427" name="JavaScript scoring engine&#10;Leaflet and OpenStreetMap">
            <a:extLst xmlns:a="http://schemas.openxmlformats.org/drawingml/2006/main">
              <a:ext uri="{FF2B5EF4-FFF2-40B4-BE49-F238E27FC236}">
                <a16:creationId xmlns:a16="http://schemas.microsoft.com/office/drawing/2014/main" id="{B55A40D9-363B-4B0D-A1A5-5D43335C05DB}"/>
              </a:ext>
            </a:extLst>
          </p:cNvPr>
          <p:cNvSpPr>
            <a:spLocks xmlns:a="http://schemas.openxmlformats.org/drawingml/2006/main" noGrp="1"/>
          </p:cNvSpPr>
          <p:nvPr/>
        </p:nvSpPr>
        <p:spPr>
          <a:xfrm xmlns:a="http://schemas.openxmlformats.org/drawingml/2006/main">
            <a:off x="4648200" y="3990975"/>
            <a:ext cx="29241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JavaScript scoring engine</a:t>
            </a:r>
          </a:p>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Leaflet and OpenStreetMap</a:t>
            </a:r>
          </a:p>
        </p:txBody>
      </p:sp>
      <p:sp>
        <p:nvSpPr>
          <p:cNvPr id="17428" name="">
            <a:extLst xmlns:a="http://schemas.openxmlformats.org/drawingml/2006/main">
              <a:ext uri="{FF2B5EF4-FFF2-40B4-BE49-F238E27FC236}">
                <a16:creationId xmlns:a16="http://schemas.microsoft.com/office/drawing/2014/main" id="{7096F633-779E-4752-B2D1-95FF73255C4A}"/>
              </a:ext>
            </a:extLst>
          </p:cNvPr>
          <p:cNvSpPr>
            <a:spLocks xmlns:a="http://schemas.openxmlformats.org/drawingml/2006/main" noGrp="1"/>
          </p:cNvSpPr>
          <p:nvPr/>
        </p:nvSpPr>
        <p:spPr>
          <a:xfrm xmlns:a="http://schemas.openxmlformats.org/drawingml/2006/main">
            <a:off x="8543925" y="3524250"/>
            <a:ext cx="3190875" cy="1085850"/>
          </a:xfrm>
          <a:prstGeom xmlns:a="http://schemas.openxmlformats.org/drawingml/2006/main" prst="roundRect">
            <a:avLst>
              <a:gd name="adj" fmla="val 7895"/>
            </a:avLst>
          </a:prstGeom>
          <a:solidFill xmlns:a="http://schemas.openxmlformats.org/drawingml/2006/main">
            <a:srgbClr val="F1F7FA"/>
          </a:solidFill>
          <a:ln xmlns:a="http://schemas.openxmlformats.org/drawingml/2006/main" w="16193">
            <a:solidFill>
              <a:srgbClr val="128367"/>
            </a:solidFill>
          </a:ln>
        </p:spPr>
      </p:sp>
      <p:sp>
        <p:nvSpPr>
          <p:cNvPr id="17429" name="Operational data">
            <a:extLst xmlns:a="http://schemas.openxmlformats.org/drawingml/2006/main">
              <a:ext uri="{FF2B5EF4-FFF2-40B4-BE49-F238E27FC236}">
                <a16:creationId xmlns:a16="http://schemas.microsoft.com/office/drawing/2014/main" id="{AFB7650D-66B3-4567-B95E-C156285FDB7B}"/>
              </a:ext>
            </a:extLst>
          </p:cNvPr>
          <p:cNvSpPr>
            <a:spLocks xmlns:a="http://schemas.openxmlformats.org/drawingml/2006/main" noGrp="1"/>
          </p:cNvSpPr>
          <p:nvPr/>
        </p:nvSpPr>
        <p:spPr>
          <a:xfrm xmlns:a="http://schemas.openxmlformats.org/drawingml/2006/main">
            <a:off x="8677275" y="3619500"/>
            <a:ext cx="29241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28367"/>
                </a:solidFill>
                <a:latin typeface="Arial"/>
                <a:ea typeface="Arial"/>
                <a:cs typeface="Arial"/>
              </a:defRPr>
            </a:pPr>
            <a:r>
              <a:rPr sz="1800" b="1">
                <a:solidFill>
                  <a:srgbClr val="128367"/>
                </a:solidFill>
                <a:latin typeface="Arial"/>
                <a:ea typeface="Arial"/>
                <a:cs typeface="Arial"/>
              </a:rPr>
              <a:t>Operational data</a:t>
            </a:r>
          </a:p>
        </p:txBody>
      </p:sp>
      <p:sp>
        <p:nvSpPr>
          <p:cNvPr id="17430" name="Reports, wards, verifications,&#10;hotspots, alerts and actions">
            <a:extLst xmlns:a="http://schemas.openxmlformats.org/drawingml/2006/main">
              <a:ext uri="{FF2B5EF4-FFF2-40B4-BE49-F238E27FC236}">
                <a16:creationId xmlns:a16="http://schemas.microsoft.com/office/drawing/2014/main" id="{BF021303-798D-4B71-993A-6B406F8DAA77}"/>
              </a:ext>
            </a:extLst>
          </p:cNvPr>
          <p:cNvSpPr>
            <a:spLocks xmlns:a="http://schemas.openxmlformats.org/drawingml/2006/main" noGrp="1"/>
          </p:cNvSpPr>
          <p:nvPr/>
        </p:nvSpPr>
        <p:spPr>
          <a:xfrm xmlns:a="http://schemas.openxmlformats.org/drawingml/2006/main">
            <a:off x="8677275" y="3990975"/>
            <a:ext cx="29241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Reports, wards, verifications,</a:t>
            </a:r>
          </a:p>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hotspots, alerts and actions</a:t>
            </a:r>
          </a:p>
        </p:txBody>
      </p:sp>
      <p:cxnSp>
        <p:nvCxnSpPr>
          <p:cNvPr id="17478" name=""/>
          <p:cNvCxnSpPr>
            <a:stCxn xmlns:a="http://schemas.openxmlformats.org/drawingml/2006/main" id="17413" idx="3"/>
            <a:endCxn xmlns:a="http://schemas.openxmlformats.org/drawingml/2006/main" id="17416" idx="1"/>
          </p:cNvCxnSpPr>
          <p:nvPr/>
        </p:nvCxnSpPr>
        <p:spPr>
          <a:xfrm xmlns:a="http://schemas.openxmlformats.org/drawingml/2006/main">
            <a:off x="3667125" y="2476500"/>
            <a:ext cx="847725" cy="0"/>
          </a:xfrm>
          <a:prstGeom xmlns:a="http://schemas.openxmlformats.org/drawingml/2006/main" prst="straightConnector1">
            <a:avLst/>
          </a:prstGeom>
          <a:ln xmlns:a="http://schemas.openxmlformats.org/drawingml/2006/main" w="22860">
            <a:solidFill>
              <a:srgbClr val="0073BC"/>
            </a:solidFill>
            <a:headEnd type="arrow" w="med" len="med"/>
            <a:tailEnd type="arrow" w="med" len="med"/>
          </a:ln>
        </p:spPr>
      </p:cxnSp>
      <p:cxnSp>
        <p:nvCxnSpPr>
          <p:cNvPr id="17479" name=""/>
          <p:cNvCxnSpPr>
            <a:stCxn xmlns:a="http://schemas.openxmlformats.org/drawingml/2006/main" id="17416" idx="3"/>
            <a:endCxn xmlns:a="http://schemas.openxmlformats.org/drawingml/2006/main" id="17419" idx="1"/>
          </p:cNvCxnSpPr>
          <p:nvPr/>
        </p:nvCxnSpPr>
        <p:spPr>
          <a:xfrm xmlns:a="http://schemas.openxmlformats.org/drawingml/2006/main">
            <a:off x="7705725" y="2476500"/>
            <a:ext cx="838200" cy="0"/>
          </a:xfrm>
          <a:prstGeom xmlns:a="http://schemas.openxmlformats.org/drawingml/2006/main" prst="straightConnector1">
            <a:avLst/>
          </a:prstGeom>
          <a:ln xmlns:a="http://schemas.openxmlformats.org/drawingml/2006/main" w="22860">
            <a:solidFill>
              <a:srgbClr val="0073BC"/>
            </a:solidFill>
            <a:headEnd type="arrow" w="med" len="med"/>
            <a:tailEnd type="arrow" w="med" len="med"/>
          </a:ln>
        </p:spPr>
      </p:cxnSp>
      <p:cxnSp>
        <p:nvCxnSpPr>
          <p:cNvPr id="17480" name=""/>
          <p:cNvCxnSpPr>
            <a:stCxn xmlns:a="http://schemas.openxmlformats.org/drawingml/2006/main" id="17419" idx="2"/>
            <a:endCxn xmlns:a="http://schemas.openxmlformats.org/drawingml/2006/main" id="17428" idx="0"/>
          </p:cNvCxnSpPr>
          <p:nvPr/>
        </p:nvCxnSpPr>
        <p:spPr>
          <a:xfrm xmlns:a="http://schemas.openxmlformats.org/drawingml/2006/main">
            <a:off x="10139363" y="3019425"/>
            <a:ext cx="0" cy="504825"/>
          </a:xfrm>
          <a:prstGeom xmlns:a="http://schemas.openxmlformats.org/drawingml/2006/main" prst="straightConnector1">
            <a:avLst/>
          </a:prstGeom>
          <a:ln xmlns:a="http://schemas.openxmlformats.org/drawingml/2006/main" w="22860">
            <a:solidFill>
              <a:srgbClr val="0073BC"/>
            </a:solidFill>
            <a:headEnd type="arrow" w="med" len="med"/>
            <a:tailEnd type="arrow" w="med" len="med"/>
          </a:ln>
        </p:spPr>
      </p:cxnSp>
      <p:cxnSp>
        <p:nvCxnSpPr>
          <p:cNvPr id="17481" name=""/>
          <p:cNvCxnSpPr>
            <a:stCxn xmlns:a="http://schemas.openxmlformats.org/drawingml/2006/main" id="17428" idx="1"/>
            <a:endCxn xmlns:a="http://schemas.openxmlformats.org/drawingml/2006/main" id="17425" idx="3"/>
          </p:cNvCxnSpPr>
          <p:nvPr/>
        </p:nvCxnSpPr>
        <p:spPr>
          <a:xfrm xmlns:a="http://schemas.openxmlformats.org/drawingml/2006/main" flipH="1">
            <a:off x="7705725" y="4067175"/>
            <a:ext cx="838200" cy="0"/>
          </a:xfrm>
          <a:prstGeom xmlns:a="http://schemas.openxmlformats.org/drawingml/2006/main" prst="straightConnector1">
            <a:avLst/>
          </a:prstGeom>
          <a:ln xmlns:a="http://schemas.openxmlformats.org/drawingml/2006/main" w="22860">
            <a:solidFill>
              <a:srgbClr val="0073BC"/>
            </a:solidFill>
            <a:tailEnd type="arrow" w="med" len="med"/>
          </a:ln>
        </p:spPr>
      </p:cxnSp>
      <p:cxnSp>
        <p:nvCxnSpPr>
          <p:cNvPr id="17482" name=""/>
          <p:cNvCxnSpPr>
            <a:stCxn xmlns:a="http://schemas.openxmlformats.org/drawingml/2006/main" id="17425" idx="1"/>
            <a:endCxn xmlns:a="http://schemas.openxmlformats.org/drawingml/2006/main" id="17422" idx="3"/>
          </p:cNvCxnSpPr>
          <p:nvPr/>
        </p:nvCxnSpPr>
        <p:spPr>
          <a:xfrm xmlns:a="http://schemas.openxmlformats.org/drawingml/2006/main" flipH="1">
            <a:off x="3667125" y="4067175"/>
            <a:ext cx="847725" cy="0"/>
          </a:xfrm>
          <a:prstGeom xmlns:a="http://schemas.openxmlformats.org/drawingml/2006/main" prst="straightConnector1">
            <a:avLst/>
          </a:prstGeom>
          <a:ln xmlns:a="http://schemas.openxmlformats.org/drawingml/2006/main" w="22860">
            <a:solidFill>
              <a:srgbClr val="0073BC"/>
            </a:solidFill>
            <a:tailEnd type="arrow" w="med" len="med"/>
          </a:ln>
        </p:spPr>
      </p:cxnSp>
      <p:cxnSp>
        <p:nvCxnSpPr>
          <p:cNvPr id="17483" name=""/>
          <p:cNvCxnSpPr>
            <a:stCxn xmlns:a="http://schemas.openxmlformats.org/drawingml/2006/main" id="17425" idx="0"/>
            <a:endCxn xmlns:a="http://schemas.openxmlformats.org/drawingml/2006/main" id="17416" idx="2"/>
          </p:cNvCxnSpPr>
          <p:nvPr/>
        </p:nvCxnSpPr>
        <p:spPr>
          <a:xfrm xmlns:a="http://schemas.openxmlformats.org/drawingml/2006/main" flipV="1">
            <a:off x="6110288" y="3019425"/>
            <a:ext cx="0" cy="504825"/>
          </a:xfrm>
          <a:prstGeom xmlns:a="http://schemas.openxmlformats.org/drawingml/2006/main" prst="straightConnector1">
            <a:avLst/>
          </a:prstGeom>
          <a:ln xmlns:a="http://schemas.openxmlformats.org/drawingml/2006/main" w="22860">
            <a:solidFill>
              <a:srgbClr val="0073BC"/>
            </a:solidFill>
            <a:tailEnd type="arrow" w="med" len="med"/>
          </a:ln>
        </p:spPr>
      </p:cxnSp>
      <p:sp>
        <p:nvSpPr>
          <p:cNvPr id="17437" name="Methodology and implementation process">
            <a:extLst xmlns:a="http://schemas.openxmlformats.org/drawingml/2006/main">
              <a:ext uri="{FF2B5EF4-FFF2-40B4-BE49-F238E27FC236}">
                <a16:creationId xmlns:a16="http://schemas.microsoft.com/office/drawing/2014/main" id="{D8D27F93-E479-4A0C-AD2C-B5366727E9D5}"/>
              </a:ext>
            </a:extLst>
          </p:cNvPr>
          <p:cNvSpPr>
            <a:spLocks xmlns:a="http://schemas.openxmlformats.org/drawingml/2006/main" noGrp="1"/>
          </p:cNvSpPr>
          <p:nvPr/>
        </p:nvSpPr>
        <p:spPr>
          <a:xfrm xmlns:a="http://schemas.openxmlformats.org/drawingml/2006/main">
            <a:off x="457200" y="4857750"/>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34F86"/>
                </a:solidFill>
                <a:latin typeface="Arial"/>
                <a:ea typeface="Arial"/>
                <a:cs typeface="Arial"/>
              </a:defRPr>
            </a:pPr>
            <a:r>
              <a:rPr sz="1950" b="1">
                <a:solidFill>
                  <a:srgbClr val="234F86"/>
                </a:solidFill>
                <a:latin typeface="Arial"/>
                <a:ea typeface="Arial"/>
                <a:cs typeface="Arial"/>
              </a:rPr>
              <a:t>Methodology and implementation process</a:t>
            </a:r>
          </a:p>
        </p:txBody>
      </p:sp>
      <p:sp>
        <p:nvSpPr>
          <p:cNvPr id="17438" name="">
            <a:extLst xmlns:a="http://schemas.openxmlformats.org/drawingml/2006/main">
              <a:ext uri="{FF2B5EF4-FFF2-40B4-BE49-F238E27FC236}">
                <a16:creationId xmlns:a16="http://schemas.microsoft.com/office/drawing/2014/main" id="{21F09147-8158-4CB9-B4CB-70052D683B5C}"/>
              </a:ext>
            </a:extLst>
          </p:cNvPr>
          <p:cNvSpPr>
            <a:spLocks xmlns:a="http://schemas.openxmlformats.org/drawingml/2006/main" noGrp="1"/>
          </p:cNvSpPr>
          <p:nvPr/>
        </p:nvSpPr>
        <p:spPr>
          <a:xfrm xmlns:a="http://schemas.openxmlformats.org/drawingml/2006/main">
            <a:off x="476250" y="5324475"/>
            <a:ext cx="1990725" cy="495300"/>
          </a:xfrm>
          <a:prstGeom xmlns:a="http://schemas.openxmlformats.org/drawingml/2006/main" prst="roundRect">
            <a:avLst>
              <a:gd name="adj" fmla="val 17308"/>
            </a:avLst>
          </a:prstGeom>
          <a:solidFill xmlns:a="http://schemas.openxmlformats.org/drawingml/2006/main">
            <a:srgbClr val="F1F7FA"/>
          </a:solidFill>
          <a:ln xmlns:a="http://schemas.openxmlformats.org/drawingml/2006/main" w="16193">
            <a:solidFill>
              <a:srgbClr val="0073BC"/>
            </a:solidFill>
          </a:ln>
        </p:spPr>
      </p:sp>
      <p:sp>
        <p:nvSpPr>
          <p:cNvPr id="17439" name="Report">
            <a:extLst xmlns:a="http://schemas.openxmlformats.org/drawingml/2006/main">
              <a:ext uri="{FF2B5EF4-FFF2-40B4-BE49-F238E27FC236}">
                <a16:creationId xmlns:a16="http://schemas.microsoft.com/office/drawing/2014/main" id="{9A3CD800-4454-47FA-9ACE-A265832A79D7}"/>
              </a:ext>
            </a:extLst>
          </p:cNvPr>
          <p:cNvSpPr>
            <a:spLocks xmlns:a="http://schemas.openxmlformats.org/drawingml/2006/main" noGrp="1"/>
          </p:cNvSpPr>
          <p:nvPr/>
        </p:nvSpPr>
        <p:spPr>
          <a:xfrm xmlns:a="http://schemas.openxmlformats.org/drawingml/2006/main">
            <a:off x="609600" y="5419725"/>
            <a:ext cx="17240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3BC"/>
                </a:solidFill>
                <a:latin typeface="Arial"/>
                <a:ea typeface="Arial"/>
                <a:cs typeface="Arial"/>
              </a:defRPr>
            </a:pPr>
            <a:r>
              <a:rPr sz="1800" b="1">
                <a:solidFill>
                  <a:srgbClr val="0073BC"/>
                </a:solidFill>
                <a:latin typeface="Arial"/>
                <a:ea typeface="Arial"/>
                <a:cs typeface="Arial"/>
              </a:rPr>
              <a:t>Report</a:t>
            </a:r>
          </a:p>
        </p:txBody>
      </p:sp>
      <p:sp>
        <p:nvSpPr>
          <p:cNvPr id="17440" name="">
            <a:extLst xmlns:a="http://schemas.openxmlformats.org/drawingml/2006/main">
              <a:ext uri="{FF2B5EF4-FFF2-40B4-BE49-F238E27FC236}">
                <a16:creationId xmlns:a16="http://schemas.microsoft.com/office/drawing/2014/main" id="{744F1F62-3B39-4A21-9E30-DD69E1C69AAC}"/>
              </a:ext>
            </a:extLst>
          </p:cNvPr>
          <p:cNvSpPr>
            <a:spLocks xmlns:a="http://schemas.openxmlformats.org/drawingml/2006/main" noGrp="1"/>
          </p:cNvSpPr>
          <p:nvPr/>
        </p:nvSpPr>
        <p:spPr>
          <a:xfrm xmlns:a="http://schemas.openxmlformats.org/drawingml/2006/main">
            <a:off x="2790825" y="5324475"/>
            <a:ext cx="1990725" cy="495300"/>
          </a:xfrm>
          <a:prstGeom xmlns:a="http://schemas.openxmlformats.org/drawingml/2006/main" prst="roundRect">
            <a:avLst>
              <a:gd name="adj" fmla="val 17308"/>
            </a:avLst>
          </a:prstGeom>
          <a:solidFill xmlns:a="http://schemas.openxmlformats.org/drawingml/2006/main">
            <a:srgbClr val="F1F7FA"/>
          </a:solidFill>
          <a:ln xmlns:a="http://schemas.openxmlformats.org/drawingml/2006/main" w="16193">
            <a:solidFill>
              <a:srgbClr val="128367"/>
            </a:solidFill>
          </a:ln>
        </p:spPr>
      </p:sp>
      <p:sp>
        <p:nvSpPr>
          <p:cNvPr id="17441" name="Verify">
            <a:extLst xmlns:a="http://schemas.openxmlformats.org/drawingml/2006/main">
              <a:ext uri="{FF2B5EF4-FFF2-40B4-BE49-F238E27FC236}">
                <a16:creationId xmlns:a16="http://schemas.microsoft.com/office/drawing/2014/main" id="{F9AE85BB-7D6F-4800-93AB-C59A0484549E}"/>
              </a:ext>
            </a:extLst>
          </p:cNvPr>
          <p:cNvSpPr>
            <a:spLocks xmlns:a="http://schemas.openxmlformats.org/drawingml/2006/main" noGrp="1"/>
          </p:cNvSpPr>
          <p:nvPr/>
        </p:nvSpPr>
        <p:spPr>
          <a:xfrm xmlns:a="http://schemas.openxmlformats.org/drawingml/2006/main">
            <a:off x="2924175" y="5419725"/>
            <a:ext cx="17240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28367"/>
                </a:solidFill>
                <a:latin typeface="Arial"/>
                <a:ea typeface="Arial"/>
                <a:cs typeface="Arial"/>
              </a:defRPr>
            </a:pPr>
            <a:r>
              <a:rPr sz="1800" b="1">
                <a:solidFill>
                  <a:srgbClr val="128367"/>
                </a:solidFill>
                <a:latin typeface="Arial"/>
                <a:ea typeface="Arial"/>
                <a:cs typeface="Arial"/>
              </a:rPr>
              <a:t>Verify</a:t>
            </a:r>
          </a:p>
        </p:txBody>
      </p:sp>
      <p:sp>
        <p:nvSpPr>
          <p:cNvPr id="17442" name="">
            <a:extLst xmlns:a="http://schemas.openxmlformats.org/drawingml/2006/main">
              <a:ext uri="{FF2B5EF4-FFF2-40B4-BE49-F238E27FC236}">
                <a16:creationId xmlns:a16="http://schemas.microsoft.com/office/drawing/2014/main" id="{4CBECC6A-C642-431B-A1BD-FE80E7AB3C79}"/>
              </a:ext>
            </a:extLst>
          </p:cNvPr>
          <p:cNvSpPr>
            <a:spLocks xmlns:a="http://schemas.openxmlformats.org/drawingml/2006/main" noGrp="1"/>
          </p:cNvSpPr>
          <p:nvPr/>
        </p:nvSpPr>
        <p:spPr>
          <a:xfrm xmlns:a="http://schemas.openxmlformats.org/drawingml/2006/main">
            <a:off x="5105400" y="5324475"/>
            <a:ext cx="1990725" cy="495300"/>
          </a:xfrm>
          <a:prstGeom xmlns:a="http://schemas.openxmlformats.org/drawingml/2006/main" prst="roundRect">
            <a:avLst>
              <a:gd name="adj" fmla="val 17308"/>
            </a:avLst>
          </a:prstGeom>
          <a:solidFill xmlns:a="http://schemas.openxmlformats.org/drawingml/2006/main">
            <a:srgbClr val="F1F7FA"/>
          </a:solidFill>
          <a:ln xmlns:a="http://schemas.openxmlformats.org/drawingml/2006/main" w="16193">
            <a:solidFill>
              <a:srgbClr val="0073BC"/>
            </a:solidFill>
          </a:ln>
        </p:spPr>
      </p:sp>
      <p:sp>
        <p:nvSpPr>
          <p:cNvPr id="17443" name="Score">
            <a:extLst xmlns:a="http://schemas.openxmlformats.org/drawingml/2006/main">
              <a:ext uri="{FF2B5EF4-FFF2-40B4-BE49-F238E27FC236}">
                <a16:creationId xmlns:a16="http://schemas.microsoft.com/office/drawing/2014/main" id="{1B6649F2-2337-43A7-AAAF-E8BFF4BFAED9}"/>
              </a:ext>
            </a:extLst>
          </p:cNvPr>
          <p:cNvSpPr>
            <a:spLocks xmlns:a="http://schemas.openxmlformats.org/drawingml/2006/main" noGrp="1"/>
          </p:cNvSpPr>
          <p:nvPr/>
        </p:nvSpPr>
        <p:spPr>
          <a:xfrm xmlns:a="http://schemas.openxmlformats.org/drawingml/2006/main">
            <a:off x="5238750" y="5419725"/>
            <a:ext cx="17240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3BC"/>
                </a:solidFill>
                <a:latin typeface="Arial"/>
                <a:ea typeface="Arial"/>
                <a:cs typeface="Arial"/>
              </a:defRPr>
            </a:pPr>
            <a:r>
              <a:rPr sz="1800" b="1">
                <a:solidFill>
                  <a:srgbClr val="0073BC"/>
                </a:solidFill>
                <a:latin typeface="Arial"/>
                <a:ea typeface="Arial"/>
                <a:cs typeface="Arial"/>
              </a:rPr>
              <a:t>Score</a:t>
            </a:r>
          </a:p>
        </p:txBody>
      </p:sp>
      <p:sp>
        <p:nvSpPr>
          <p:cNvPr id="17444" name="">
            <a:extLst xmlns:a="http://schemas.openxmlformats.org/drawingml/2006/main">
              <a:ext uri="{FF2B5EF4-FFF2-40B4-BE49-F238E27FC236}">
                <a16:creationId xmlns:a16="http://schemas.microsoft.com/office/drawing/2014/main" id="{031E8834-7532-4948-89A7-ADF91136D1C0}"/>
              </a:ext>
            </a:extLst>
          </p:cNvPr>
          <p:cNvSpPr>
            <a:spLocks xmlns:a="http://schemas.openxmlformats.org/drawingml/2006/main" noGrp="1"/>
          </p:cNvSpPr>
          <p:nvPr/>
        </p:nvSpPr>
        <p:spPr>
          <a:xfrm xmlns:a="http://schemas.openxmlformats.org/drawingml/2006/main">
            <a:off x="7419975" y="5324475"/>
            <a:ext cx="1990725" cy="495300"/>
          </a:xfrm>
          <a:prstGeom xmlns:a="http://schemas.openxmlformats.org/drawingml/2006/main" prst="roundRect">
            <a:avLst>
              <a:gd name="adj" fmla="val 17308"/>
            </a:avLst>
          </a:prstGeom>
          <a:solidFill xmlns:a="http://schemas.openxmlformats.org/drawingml/2006/main">
            <a:srgbClr val="F1F7FA"/>
          </a:solidFill>
          <a:ln xmlns:a="http://schemas.openxmlformats.org/drawingml/2006/main" w="16193">
            <a:solidFill>
              <a:srgbClr val="0073BC"/>
            </a:solidFill>
          </a:ln>
        </p:spPr>
      </p:sp>
      <p:sp>
        <p:nvSpPr>
          <p:cNvPr id="17445" name="Inform">
            <a:extLst xmlns:a="http://schemas.openxmlformats.org/drawingml/2006/main">
              <a:ext uri="{FF2B5EF4-FFF2-40B4-BE49-F238E27FC236}">
                <a16:creationId xmlns:a16="http://schemas.microsoft.com/office/drawing/2014/main" id="{18F6F104-4F26-49DE-AFBA-E2C5BEEA971B}"/>
              </a:ext>
            </a:extLst>
          </p:cNvPr>
          <p:cNvSpPr>
            <a:spLocks xmlns:a="http://schemas.openxmlformats.org/drawingml/2006/main" noGrp="1"/>
          </p:cNvSpPr>
          <p:nvPr/>
        </p:nvSpPr>
        <p:spPr>
          <a:xfrm xmlns:a="http://schemas.openxmlformats.org/drawingml/2006/main">
            <a:off x="7553325" y="5419725"/>
            <a:ext cx="17240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3BC"/>
                </a:solidFill>
                <a:latin typeface="Arial"/>
                <a:ea typeface="Arial"/>
                <a:cs typeface="Arial"/>
              </a:defRPr>
            </a:pPr>
            <a:r>
              <a:rPr sz="1800" b="1">
                <a:solidFill>
                  <a:srgbClr val="0073BC"/>
                </a:solidFill>
                <a:latin typeface="Arial"/>
                <a:ea typeface="Arial"/>
                <a:cs typeface="Arial"/>
              </a:rPr>
              <a:t>Inform</a:t>
            </a:r>
          </a:p>
        </p:txBody>
      </p:sp>
      <p:sp>
        <p:nvSpPr>
          <p:cNvPr id="17446" name="">
            <a:extLst xmlns:a="http://schemas.openxmlformats.org/drawingml/2006/main">
              <a:ext uri="{FF2B5EF4-FFF2-40B4-BE49-F238E27FC236}">
                <a16:creationId xmlns:a16="http://schemas.microsoft.com/office/drawing/2014/main" id="{B84E0C92-E60D-4363-8667-06D110F5B0D1}"/>
              </a:ext>
            </a:extLst>
          </p:cNvPr>
          <p:cNvSpPr>
            <a:spLocks xmlns:a="http://schemas.openxmlformats.org/drawingml/2006/main" noGrp="1"/>
          </p:cNvSpPr>
          <p:nvPr/>
        </p:nvSpPr>
        <p:spPr>
          <a:xfrm xmlns:a="http://schemas.openxmlformats.org/drawingml/2006/main">
            <a:off x="9734550" y="5324475"/>
            <a:ext cx="1990725" cy="495300"/>
          </a:xfrm>
          <a:prstGeom xmlns:a="http://schemas.openxmlformats.org/drawingml/2006/main" prst="roundRect">
            <a:avLst>
              <a:gd name="adj" fmla="val 17308"/>
            </a:avLst>
          </a:prstGeom>
          <a:solidFill xmlns:a="http://schemas.openxmlformats.org/drawingml/2006/main">
            <a:srgbClr val="F1F7FA"/>
          </a:solidFill>
          <a:ln xmlns:a="http://schemas.openxmlformats.org/drawingml/2006/main" w="16193">
            <a:solidFill>
              <a:srgbClr val="128367"/>
            </a:solidFill>
          </a:ln>
        </p:spPr>
      </p:sp>
      <p:sp>
        <p:nvSpPr>
          <p:cNvPr id="17447" name="Act">
            <a:extLst xmlns:a="http://schemas.openxmlformats.org/drawingml/2006/main">
              <a:ext uri="{FF2B5EF4-FFF2-40B4-BE49-F238E27FC236}">
                <a16:creationId xmlns:a16="http://schemas.microsoft.com/office/drawing/2014/main" id="{EEA00B31-F490-4848-B70C-C3AECD463020}"/>
              </a:ext>
            </a:extLst>
          </p:cNvPr>
          <p:cNvSpPr>
            <a:spLocks xmlns:a="http://schemas.openxmlformats.org/drawingml/2006/main" noGrp="1"/>
          </p:cNvSpPr>
          <p:nvPr/>
        </p:nvSpPr>
        <p:spPr>
          <a:xfrm xmlns:a="http://schemas.openxmlformats.org/drawingml/2006/main">
            <a:off x="9867900" y="5419725"/>
            <a:ext cx="17240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28367"/>
                </a:solidFill>
                <a:latin typeface="Arial"/>
                <a:ea typeface="Arial"/>
                <a:cs typeface="Arial"/>
              </a:defRPr>
            </a:pPr>
            <a:r>
              <a:rPr sz="1800" b="1">
                <a:solidFill>
                  <a:srgbClr val="128367"/>
                </a:solidFill>
                <a:latin typeface="Arial"/>
                <a:ea typeface="Arial"/>
                <a:cs typeface="Arial"/>
              </a:rPr>
              <a:t>Act</a:t>
            </a:r>
          </a:p>
        </p:txBody>
      </p:sp>
      <p:cxnSp>
        <p:nvCxnSpPr>
          <p:cNvPr id="17495" name=""/>
          <p:cNvCxnSpPr>
            <a:stCxn xmlns:a="http://schemas.openxmlformats.org/drawingml/2006/main" id="17438" idx="3"/>
            <a:endCxn xmlns:a="http://schemas.openxmlformats.org/drawingml/2006/main" id="17440" idx="1"/>
          </p:cNvCxnSpPr>
          <p:nvPr/>
        </p:nvCxnSpPr>
        <p:spPr>
          <a:xfrm xmlns:a="http://schemas.openxmlformats.org/drawingml/2006/main">
            <a:off x="2466975" y="5572125"/>
            <a:ext cx="323850" cy="0"/>
          </a:xfrm>
          <a:prstGeom xmlns:a="http://schemas.openxmlformats.org/drawingml/2006/main" prst="straightConnector1">
            <a:avLst/>
          </a:prstGeom>
          <a:ln xmlns:a="http://schemas.openxmlformats.org/drawingml/2006/main" w="22860">
            <a:solidFill>
              <a:srgbClr val="0073BC"/>
            </a:solidFill>
            <a:tailEnd type="arrow" w="med" len="med"/>
          </a:ln>
        </p:spPr>
      </p:cxnSp>
      <p:cxnSp>
        <p:nvCxnSpPr>
          <p:cNvPr id="17496" name=""/>
          <p:cNvCxnSpPr>
            <a:stCxn xmlns:a="http://schemas.openxmlformats.org/drawingml/2006/main" id="17440" idx="3"/>
            <a:endCxn xmlns:a="http://schemas.openxmlformats.org/drawingml/2006/main" id="17442" idx="1"/>
          </p:cNvCxnSpPr>
          <p:nvPr/>
        </p:nvCxnSpPr>
        <p:spPr>
          <a:xfrm xmlns:a="http://schemas.openxmlformats.org/drawingml/2006/main">
            <a:off x="4781550" y="5572125"/>
            <a:ext cx="323850" cy="0"/>
          </a:xfrm>
          <a:prstGeom xmlns:a="http://schemas.openxmlformats.org/drawingml/2006/main" prst="straightConnector1">
            <a:avLst/>
          </a:prstGeom>
          <a:ln xmlns:a="http://schemas.openxmlformats.org/drawingml/2006/main" w="22860">
            <a:solidFill>
              <a:srgbClr val="0073BC"/>
            </a:solidFill>
            <a:tailEnd type="arrow" w="med" len="med"/>
          </a:ln>
        </p:spPr>
      </p:cxnSp>
      <p:cxnSp>
        <p:nvCxnSpPr>
          <p:cNvPr id="17497" name=""/>
          <p:cNvCxnSpPr>
            <a:stCxn xmlns:a="http://schemas.openxmlformats.org/drawingml/2006/main" id="17442" idx="3"/>
            <a:endCxn xmlns:a="http://schemas.openxmlformats.org/drawingml/2006/main" id="17444" idx="1"/>
          </p:cNvCxnSpPr>
          <p:nvPr/>
        </p:nvCxnSpPr>
        <p:spPr>
          <a:xfrm xmlns:a="http://schemas.openxmlformats.org/drawingml/2006/main">
            <a:off x="7096125" y="5572125"/>
            <a:ext cx="323850" cy="0"/>
          </a:xfrm>
          <a:prstGeom xmlns:a="http://schemas.openxmlformats.org/drawingml/2006/main" prst="straightConnector1">
            <a:avLst/>
          </a:prstGeom>
          <a:ln xmlns:a="http://schemas.openxmlformats.org/drawingml/2006/main" w="22860">
            <a:solidFill>
              <a:srgbClr val="0073BC"/>
            </a:solidFill>
            <a:tailEnd type="arrow" w="med" len="med"/>
          </a:ln>
        </p:spPr>
      </p:cxnSp>
      <p:cxnSp>
        <p:nvCxnSpPr>
          <p:cNvPr id="17498" name=""/>
          <p:cNvCxnSpPr>
            <a:stCxn xmlns:a="http://schemas.openxmlformats.org/drawingml/2006/main" id="17444" idx="3"/>
            <a:endCxn xmlns:a="http://schemas.openxmlformats.org/drawingml/2006/main" id="17446" idx="1"/>
          </p:cNvCxnSpPr>
          <p:nvPr/>
        </p:nvCxnSpPr>
        <p:spPr>
          <a:xfrm xmlns:a="http://schemas.openxmlformats.org/drawingml/2006/main">
            <a:off x="9410700" y="5572125"/>
            <a:ext cx="323850" cy="0"/>
          </a:xfrm>
          <a:prstGeom xmlns:a="http://schemas.openxmlformats.org/drawingml/2006/main" prst="straightConnector1">
            <a:avLst/>
          </a:prstGeom>
          <a:ln xmlns:a="http://schemas.openxmlformats.org/drawingml/2006/main" w="22860">
            <a:solidFill>
              <a:srgbClr val="0073BC"/>
            </a:solidFill>
            <a:tailEnd type="arrow" w="med" len="med"/>
          </a:ln>
        </p:spPr>
      </p:cxnSp>
      <p:sp>
        <p:nvSpPr>
          <p:cNvPr id="17452" name="Recent verified evidence drives the score. Human teams decide the">
            <a:extLst xmlns:a="http://schemas.openxmlformats.org/drawingml/2006/main">
              <a:ext uri="{FF2B5EF4-FFF2-40B4-BE49-F238E27FC236}">
                <a16:creationId xmlns:a16="http://schemas.microsoft.com/office/drawing/2014/main" id="{1D129E45-5056-449C-A6CA-C60F6DBEE6E9}"/>
              </a:ext>
            </a:extLst>
          </p:cNvPr>
          <p:cNvSpPr>
            <a:spLocks xmlns:a="http://schemas.openxmlformats.org/drawingml/2006/main" noGrp="1"/>
          </p:cNvSpPr>
          <p:nvPr/>
        </p:nvSpPr>
        <p:spPr>
          <a:xfrm xmlns:a="http://schemas.openxmlformats.org/drawingml/2006/main">
            <a:off x="476250" y="59817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66875"/>
                </a:solidFill>
                <a:latin typeface="Arial"/>
                <a:ea typeface="Arial"/>
                <a:cs typeface="Arial"/>
              </a:defRPr>
            </a:pPr>
            <a:r>
              <a:rPr sz="1650" b="0">
                <a:solidFill>
                  <a:srgbClr val="566875"/>
                </a:solidFill>
                <a:latin typeface="Arial"/>
                <a:ea typeface="Arial"/>
                <a:cs typeface="Arial"/>
              </a:rPr>
              <a:t>Recent verified evidence drives the score. Human teams decide the response.</a:t>
            </a:r>
          </a:p>
        </p:txBody>
      </p:sp>
    </p:spTree>
    <p:extLst>
      <p:ext uri="{BB962C8B-B14F-4D97-AF65-F5344CB8AC3E}">
        <p14:creationId xmlns:p14="http://schemas.microsoft.com/office/powerpoint/2010/main" val="107853355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E89C807D-D805-4D86-B01E-F40B16F7F803}"/>
              </a:ext>
            </a:extLst>
          </p:cNvPr>
          <p:cNvSpPr>
            <a:spLocks xmlns:a="http://schemas.openxmlformats.org/drawingml/2006/main" noGrp="1"/>
          </p:cNvSpPr>
          <p:nvPr>
            <p:ph type="title" idx="0"/>
          </p:nvPr>
        </p:nvSpPr>
        <p:spPr>
          <a:xfrm xmlns:a="http://schemas.openxmlformats.org/drawingml/2006/main">
            <a:off x="1714500" y="209550"/>
            <a:ext cx="8048625" cy="914400"/>
          </a:xfrm>
        </p:spPr>
        <p:txBody>
          <a:bodyPr xmlns:a="http://schemas.openxmlformats.org/drawingml/2006/main"/>
          <a:lstStyle xmlns:a="http://schemas.openxmlformats.org/drawingml/2006/main"/>
          <a:p xmlns:a="http://schemas.openxmlformats.org/drawingml/2006/main">
            <a:pPr algn="ctr">
              <a:buNone/>
              <a:defRPr sz="2925" b="1">
                <a:solidFill>
                  <a:srgbClr val="000000"/>
                </a:solidFill>
                <a:latin typeface="Times New Roman"/>
                <a:ea typeface="Times New Roman"/>
                <a:cs typeface="Times New Roman"/>
              </a:defRPr>
            </a:pPr>
            <a:r>
              <a:rPr sz="2925" b="1">
                <a:solidFill>
                  <a:srgbClr val="000000"/>
                </a:solidFill>
                <a:latin typeface="Times New Roman"/>
                <a:ea typeface="Times New Roman"/>
                <a:cs typeface="Times New Roman"/>
              </a:rPr>
              <a:t>FEASIBILITY AND VIABILITY</a:t>
            </a:r>
          </a:p>
        </p:txBody>
      </p:sp>
      <p:sp>
        <p:nvSpPr>
          <p:cNvPr id="6" name="Slide Number Placeholder 5">
            <a:extLst xmlns:a="http://schemas.openxmlformats.org/drawingml/2006/main">
              <a:ext uri="{FF2B5EF4-FFF2-40B4-BE49-F238E27FC236}">
                <a16:creationId xmlns:a16="http://schemas.microsoft.com/office/drawing/2014/main" id="{BB3D935D-5B08-4305-BE2C-D8952008CD3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marL="0" marR="0" lvl="0" indent="0" algn="r" defTabSz="457200">
              <a:lnSpc>
                <a:spcPct val="100000"/>
              </a:lnSpc>
              <a:spcBef>
                <a:spcPct val="0"/>
              </a:spcBef>
              <a:spcAft>
                <a:spcPct val="0"/>
              </a:spcAft>
              <a:buClrTx/>
              <a:buSzTx/>
              <a:buFontTx/>
              <a:buNone/>
            </a:pPr>
            <a:fld id="{677C3CE7-23F7-4828-823C-E0205DF2CF97}" type="slidenum">
              <a:rPr sz="1200" b="1" i="0" u="none" cap="none" spc="0">
                <a:ln>
                  <a:noFill/>
                </a:ln>
                <a:solidFill>
                  <a:prstClr val="white"/>
                </a:solidFill>
                <a:latin typeface="TradeGothic"/>
                <a:ea typeface="TradeGothic"/>
                <a:cs typeface="TradeGothic"/>
              </a:rPr>
              <a:t>4</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C891A68C-496F-41AC-AF3F-97024A7224D8}"/>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12" name="Oval 11">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defRPr sz="1125" b="1">
                <a:solidFill>
                  <a:srgbClr val="234F86"/>
                </a:solidFill>
                <a:latin typeface="Arial"/>
                <a:ea typeface="Arial"/>
                <a:cs typeface="Arial"/>
              </a:defRPr>
            </a:pPr>
            <a:r>
              <a:rPr sz="1125" b="1">
                <a:solidFill>
                  <a:srgbClr val="234F86"/>
                </a:solidFill>
                <a:latin typeface="Arial"/>
                <a:ea typeface="Arial"/>
                <a:cs typeface="Arial"/>
              </a:rPr>
              <a:t>Team</a:t>
            </a:r>
            <a:endParaRPr/>
          </a:p>
          <a:p xmlns:a="http://schemas.openxmlformats.org/drawingml/2006/main">
            <a:pPr algn="ctr">
              <a:buNone/>
              <a:defRPr sz="1125" b="1">
                <a:solidFill>
                  <a:srgbClr val="234F86"/>
                </a:solidFill>
                <a:latin typeface="Arial"/>
                <a:ea typeface="Arial"/>
                <a:cs typeface="Arial"/>
              </a:defRPr>
            </a:pPr>
            <a:r>
              <a:rPr sz="1125" b="1">
                <a:solidFill>
                  <a:srgbClr val="234F86"/>
                </a:solidFill>
                <a:latin typeface="Arial"/>
                <a:ea typeface="Arial"/>
                <a:cs typeface="Arial"/>
              </a:rPr>
              <a:t>Pawlytics</a:t>
            </a:r>
            <a:endParaRPr/>
          </a:p>
        </p:txBody>
      </p:sp>
      <p:pic>
        <p:nvPicPr>
          <p:cNvPr id="17438" name="Picture 10"/>
          <p:cNvPicPr>
            <a:picLocks xmlns:a="http://schemas.openxmlformats.org/drawingml/2006/main" noChangeAspect="1"/>
          </p:cNvPicPr>
          <p:nvPr/>
        </p:nvPicPr>
        <p:blipFill>
          <a:blip xmlns:r="http://schemas.openxmlformats.org/officeDocument/2006/relationships" xmlns:a="http://schemas.openxmlformats.org/drawingml/2006/main" r:embed="R32f4523072b84253"/>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7412" name="Feasibility of the idea">
            <a:extLst xmlns:a="http://schemas.openxmlformats.org/drawingml/2006/main">
              <a:ext uri="{FF2B5EF4-FFF2-40B4-BE49-F238E27FC236}">
                <a16:creationId xmlns:a16="http://schemas.microsoft.com/office/drawing/2014/main" id="{52A11F6B-1FA9-45F7-BC99-8738E7A16DBA}"/>
              </a:ext>
            </a:extLst>
          </p:cNvPr>
          <p:cNvSpPr>
            <a:spLocks xmlns:a="http://schemas.openxmlformats.org/drawingml/2006/main" noGrp="1"/>
          </p:cNvSpPr>
          <p:nvPr/>
        </p:nvSpPr>
        <p:spPr>
          <a:xfrm xmlns:a="http://schemas.openxmlformats.org/drawingml/2006/main">
            <a:off x="466725" y="1295400"/>
            <a:ext cx="11049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34F86"/>
                </a:solidFill>
                <a:latin typeface="Arial"/>
                <a:ea typeface="Arial"/>
                <a:cs typeface="Arial"/>
              </a:defRPr>
            </a:pPr>
            <a:r>
              <a:rPr sz="2100" b="1">
                <a:solidFill>
                  <a:srgbClr val="234F86"/>
                </a:solidFill>
                <a:latin typeface="Arial"/>
                <a:ea typeface="Arial"/>
                <a:cs typeface="Arial"/>
              </a:rPr>
              <a:t>Feasibility of the idea</a:t>
            </a:r>
          </a:p>
        </p:txBody>
      </p:sp>
      <p:sp>
        <p:nvSpPr>
          <p:cNvPr id="17413" name="Existing web prototype and managed database support a focused one">
            <a:extLst xmlns:a="http://schemas.openxmlformats.org/drawingml/2006/main">
              <a:ext uri="{FF2B5EF4-FFF2-40B4-BE49-F238E27FC236}">
                <a16:creationId xmlns:a16="http://schemas.microsoft.com/office/drawing/2014/main" id="{47CF61CA-A33F-46FF-A1F9-68F687BD998F}"/>
              </a:ext>
            </a:extLst>
          </p:cNvPr>
          <p:cNvSpPr>
            <a:spLocks xmlns:a="http://schemas.openxmlformats.org/drawingml/2006/main" noGrp="1"/>
          </p:cNvSpPr>
          <p:nvPr/>
        </p:nvSpPr>
        <p:spPr>
          <a:xfrm xmlns:a="http://schemas.openxmlformats.org/drawingml/2006/main">
            <a:off x="485775" y="1724025"/>
            <a:ext cx="11049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B2A38"/>
                </a:solidFill>
                <a:latin typeface="Arial"/>
                <a:ea typeface="Arial"/>
                <a:cs typeface="Arial"/>
              </a:defRPr>
            </a:pPr>
            <a:r>
              <a:rPr sz="1875" b="0">
                <a:solidFill>
                  <a:srgbClr val="1B2A38"/>
                </a:solidFill>
                <a:latin typeface="Arial"/>
                <a:ea typeface="Arial"/>
                <a:cs typeface="Arial"/>
              </a:rPr>
              <a:t>Existing web prototype and managed database support a focused one-ward pilot.</a:t>
            </a:r>
          </a:p>
          <a:p xmlns:a="http://schemas.openxmlformats.org/drawingml/2006/main">
            <a:pPr>
              <a:defRPr sz="1875" b="0">
                <a:solidFill>
                  <a:srgbClr val="1B2A38"/>
                </a:solidFill>
                <a:latin typeface="Arial"/>
                <a:ea typeface="Arial"/>
                <a:cs typeface="Arial"/>
              </a:defRPr>
            </a:pPr>
            <a:r>
              <a:rPr sz="1875" b="0">
                <a:solidFill>
                  <a:srgbClr val="1B2A38"/>
                </a:solidFill>
                <a:latin typeface="Arial"/>
                <a:ea typeface="Arial"/>
                <a:cs typeface="Arial"/>
              </a:rPr>
              <a:t>Proposed seed target: 150–250 ground-truth reports with a field verification partner.</a:t>
            </a:r>
          </a:p>
        </p:txBody>
      </p:sp>
      <p:sp>
        <p:nvSpPr>
          <p:cNvPr id="17414" name="Potential challenges and risks">
            <a:extLst xmlns:a="http://schemas.openxmlformats.org/drawingml/2006/main">
              <a:ext uri="{FF2B5EF4-FFF2-40B4-BE49-F238E27FC236}">
                <a16:creationId xmlns:a16="http://schemas.microsoft.com/office/drawing/2014/main" id="{51F8647B-1C62-420E-BAEE-D00D4CCFC541}"/>
              </a:ext>
            </a:extLst>
          </p:cNvPr>
          <p:cNvSpPr>
            <a:spLocks xmlns:a="http://schemas.openxmlformats.org/drawingml/2006/main" noGrp="1"/>
          </p:cNvSpPr>
          <p:nvPr/>
        </p:nvSpPr>
        <p:spPr>
          <a:xfrm xmlns:a="http://schemas.openxmlformats.org/drawingml/2006/main">
            <a:off x="466725" y="2752725"/>
            <a:ext cx="5048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34F86"/>
                </a:solidFill>
                <a:latin typeface="Arial"/>
                <a:ea typeface="Arial"/>
                <a:cs typeface="Arial"/>
              </a:defRPr>
            </a:pPr>
            <a:r>
              <a:rPr sz="2100" b="1">
                <a:solidFill>
                  <a:srgbClr val="234F86"/>
                </a:solidFill>
                <a:latin typeface="Arial"/>
                <a:ea typeface="Arial"/>
                <a:cs typeface="Arial"/>
              </a:rPr>
              <a:t>Potential challenges and risks</a:t>
            </a:r>
          </a:p>
        </p:txBody>
      </p:sp>
      <p:sp>
        <p:nvSpPr>
          <p:cNvPr id="17415" name="Strategies to overcome them">
            <a:extLst xmlns:a="http://schemas.openxmlformats.org/drawingml/2006/main">
              <a:ext uri="{FF2B5EF4-FFF2-40B4-BE49-F238E27FC236}">
                <a16:creationId xmlns:a16="http://schemas.microsoft.com/office/drawing/2014/main" id="{32F89781-3798-4406-A25E-E25A8DBD0C57}"/>
              </a:ext>
            </a:extLst>
          </p:cNvPr>
          <p:cNvSpPr>
            <a:spLocks xmlns:a="http://schemas.openxmlformats.org/drawingml/2006/main" noGrp="1"/>
          </p:cNvSpPr>
          <p:nvPr/>
        </p:nvSpPr>
        <p:spPr>
          <a:xfrm xmlns:a="http://schemas.openxmlformats.org/drawingml/2006/main">
            <a:off x="6105525" y="2752725"/>
            <a:ext cx="54578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34F86"/>
                </a:solidFill>
                <a:latin typeface="Arial"/>
                <a:ea typeface="Arial"/>
                <a:cs typeface="Arial"/>
              </a:defRPr>
            </a:pPr>
            <a:r>
              <a:rPr sz="2100" b="1">
                <a:solidFill>
                  <a:srgbClr val="234F86"/>
                </a:solidFill>
                <a:latin typeface="Arial"/>
                <a:ea typeface="Arial"/>
                <a:cs typeface="Arial"/>
              </a:rPr>
              <a:t>Strategies to overcome them</a:t>
            </a:r>
          </a:p>
        </p:txBody>
      </p:sp>
      <p:sp>
        <p:nvSpPr>
          <p:cNvPr id="17416" name="Sparse or uneven reporting">
            <a:extLst xmlns:a="http://schemas.openxmlformats.org/drawingml/2006/main">
              <a:ext uri="{FF2B5EF4-FFF2-40B4-BE49-F238E27FC236}">
                <a16:creationId xmlns:a16="http://schemas.microsoft.com/office/drawing/2014/main" id="{98891643-EFA3-42B9-AEF3-B04BEC60140C}"/>
              </a:ext>
            </a:extLst>
          </p:cNvPr>
          <p:cNvSpPr>
            <a:spLocks xmlns:a="http://schemas.openxmlformats.org/drawingml/2006/main" noGrp="1"/>
          </p:cNvSpPr>
          <p:nvPr/>
        </p:nvSpPr>
        <p:spPr>
          <a:xfrm xmlns:a="http://schemas.openxmlformats.org/drawingml/2006/main">
            <a:off x="485775" y="3286125"/>
            <a:ext cx="50577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B2A38"/>
                </a:solidFill>
                <a:latin typeface="Arial"/>
                <a:ea typeface="Arial"/>
                <a:cs typeface="Arial"/>
              </a:defRPr>
            </a:pPr>
            <a:r>
              <a:rPr sz="1800" b="1">
                <a:solidFill>
                  <a:srgbClr val="1B2A38"/>
                </a:solidFill>
                <a:latin typeface="Arial"/>
                <a:ea typeface="Arial"/>
                <a:cs typeface="Arial"/>
              </a:rPr>
              <a:t>Sparse or uneven reporting</a:t>
            </a:r>
          </a:p>
        </p:txBody>
      </p:sp>
      <p:sp>
        <p:nvSpPr>
          <p:cNvPr id="17417" name="Seed one ward and show evidence confidence.">
            <a:extLst xmlns:a="http://schemas.openxmlformats.org/drawingml/2006/main">
              <a:ext uri="{FF2B5EF4-FFF2-40B4-BE49-F238E27FC236}">
                <a16:creationId xmlns:a16="http://schemas.microsoft.com/office/drawing/2014/main" id="{A4535ADB-678E-4073-B2C9-EEB988B310EE}"/>
              </a:ext>
            </a:extLst>
          </p:cNvPr>
          <p:cNvSpPr>
            <a:spLocks xmlns:a="http://schemas.openxmlformats.org/drawingml/2006/main" noGrp="1"/>
          </p:cNvSpPr>
          <p:nvPr/>
        </p:nvSpPr>
        <p:spPr>
          <a:xfrm xmlns:a="http://schemas.openxmlformats.org/drawingml/2006/main">
            <a:off x="6124575" y="3286125"/>
            <a:ext cx="5410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B2A38"/>
                </a:solidFill>
                <a:latin typeface="Arial"/>
                <a:ea typeface="Arial"/>
                <a:cs typeface="Arial"/>
              </a:defRPr>
            </a:pPr>
            <a:r>
              <a:rPr sz="1800" b="0">
                <a:solidFill>
                  <a:srgbClr val="1B2A38"/>
                </a:solidFill>
                <a:latin typeface="Arial"/>
                <a:ea typeface="Arial"/>
                <a:cs typeface="Arial"/>
              </a:rPr>
              <a:t>Seed one ward and show evidence confidence.</a:t>
            </a:r>
          </a:p>
        </p:txBody>
      </p:sp>
      <p:sp>
        <p:nvSpPr>
          <p:cNvPr id="17418" name="False, duplicate or low-quality reports">
            <a:extLst xmlns:a="http://schemas.openxmlformats.org/drawingml/2006/main">
              <a:ext uri="{FF2B5EF4-FFF2-40B4-BE49-F238E27FC236}">
                <a16:creationId xmlns:a16="http://schemas.microsoft.com/office/drawing/2014/main" id="{91C1788B-2F77-40EE-99E6-B583E6458F7C}"/>
              </a:ext>
            </a:extLst>
          </p:cNvPr>
          <p:cNvSpPr>
            <a:spLocks xmlns:a="http://schemas.openxmlformats.org/drawingml/2006/main" noGrp="1"/>
          </p:cNvSpPr>
          <p:nvPr/>
        </p:nvSpPr>
        <p:spPr>
          <a:xfrm xmlns:a="http://schemas.openxmlformats.org/drawingml/2006/main">
            <a:off x="485775" y="3981450"/>
            <a:ext cx="50577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B2A38"/>
                </a:solidFill>
                <a:latin typeface="Arial"/>
                <a:ea typeface="Arial"/>
                <a:cs typeface="Arial"/>
              </a:defRPr>
            </a:pPr>
            <a:r>
              <a:rPr sz="1800" b="1">
                <a:solidFill>
                  <a:srgbClr val="1B2A38"/>
                </a:solidFill>
                <a:latin typeface="Arial"/>
                <a:ea typeface="Arial"/>
                <a:cs typeface="Arial"/>
              </a:rPr>
              <a:t>False, duplicate or low-quality reports</a:t>
            </a:r>
          </a:p>
        </p:txBody>
      </p:sp>
      <p:sp>
        <p:nvSpPr>
          <p:cNvPr id="17419" name="Human review, trust weighting and audit history.">
            <a:extLst xmlns:a="http://schemas.openxmlformats.org/drawingml/2006/main">
              <a:ext uri="{FF2B5EF4-FFF2-40B4-BE49-F238E27FC236}">
                <a16:creationId xmlns:a16="http://schemas.microsoft.com/office/drawing/2014/main" id="{03E6F1FE-3CFA-4F7F-BE0E-433595369A8F}"/>
              </a:ext>
            </a:extLst>
          </p:cNvPr>
          <p:cNvSpPr>
            <a:spLocks xmlns:a="http://schemas.openxmlformats.org/drawingml/2006/main" noGrp="1"/>
          </p:cNvSpPr>
          <p:nvPr/>
        </p:nvSpPr>
        <p:spPr>
          <a:xfrm xmlns:a="http://schemas.openxmlformats.org/drawingml/2006/main">
            <a:off x="6124575" y="3981450"/>
            <a:ext cx="5410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B2A38"/>
                </a:solidFill>
                <a:latin typeface="Arial"/>
                <a:ea typeface="Arial"/>
                <a:cs typeface="Arial"/>
              </a:defRPr>
            </a:pPr>
            <a:r>
              <a:rPr sz="1800" b="0">
                <a:solidFill>
                  <a:srgbClr val="1B2A38"/>
                </a:solidFill>
                <a:latin typeface="Arial"/>
                <a:ea typeface="Arial"/>
                <a:cs typeface="Arial"/>
              </a:rPr>
              <a:t>Human review, trust weighting and audit history.</a:t>
            </a:r>
          </a:p>
        </p:txBody>
      </p:sp>
      <p:sp>
        <p:nvSpPr>
          <p:cNvPr id="17420" name="Privacy and limited field capacity">
            <a:extLst xmlns:a="http://schemas.openxmlformats.org/drawingml/2006/main">
              <a:ext uri="{FF2B5EF4-FFF2-40B4-BE49-F238E27FC236}">
                <a16:creationId xmlns:a16="http://schemas.microsoft.com/office/drawing/2014/main" id="{A93C82EA-65C7-4108-B0DE-E3E3A6D0376F}"/>
              </a:ext>
            </a:extLst>
          </p:cNvPr>
          <p:cNvSpPr>
            <a:spLocks xmlns:a="http://schemas.openxmlformats.org/drawingml/2006/main" noGrp="1"/>
          </p:cNvSpPr>
          <p:nvPr/>
        </p:nvSpPr>
        <p:spPr>
          <a:xfrm xmlns:a="http://schemas.openxmlformats.org/drawingml/2006/main">
            <a:off x="485775" y="4676775"/>
            <a:ext cx="50577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B2A38"/>
                </a:solidFill>
                <a:latin typeface="Arial"/>
                <a:ea typeface="Arial"/>
                <a:cs typeface="Arial"/>
              </a:defRPr>
            </a:pPr>
            <a:r>
              <a:rPr sz="1800" b="1">
                <a:solidFill>
                  <a:srgbClr val="1B2A38"/>
                </a:solidFill>
                <a:latin typeface="Arial"/>
                <a:ea typeface="Arial"/>
                <a:cs typeface="Arial"/>
              </a:rPr>
              <a:t>Privacy and limited field capacity</a:t>
            </a:r>
          </a:p>
        </p:txBody>
      </p:sp>
      <p:sp>
        <p:nvSpPr>
          <p:cNvPr id="17421" name="Role-based access, RLS and a named response team.">
            <a:extLst xmlns:a="http://schemas.openxmlformats.org/drawingml/2006/main">
              <a:ext uri="{FF2B5EF4-FFF2-40B4-BE49-F238E27FC236}">
                <a16:creationId xmlns:a16="http://schemas.microsoft.com/office/drawing/2014/main" id="{DAF85B63-178A-4765-8683-79814856AA6B}"/>
              </a:ext>
            </a:extLst>
          </p:cNvPr>
          <p:cNvSpPr>
            <a:spLocks xmlns:a="http://schemas.openxmlformats.org/drawingml/2006/main" noGrp="1"/>
          </p:cNvSpPr>
          <p:nvPr/>
        </p:nvSpPr>
        <p:spPr>
          <a:xfrm xmlns:a="http://schemas.openxmlformats.org/drawingml/2006/main">
            <a:off x="6124575" y="4676775"/>
            <a:ext cx="5410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B2A38"/>
                </a:solidFill>
                <a:latin typeface="Arial"/>
                <a:ea typeface="Arial"/>
                <a:cs typeface="Arial"/>
              </a:defRPr>
            </a:pPr>
            <a:r>
              <a:rPr sz="1800" b="0">
                <a:solidFill>
                  <a:srgbClr val="1B2A38"/>
                </a:solidFill>
                <a:latin typeface="Arial"/>
                <a:ea typeface="Arial"/>
                <a:cs typeface="Arial"/>
              </a:rPr>
              <a:t>Role-based access, RLS and a named response team.</a:t>
            </a:r>
          </a:p>
        </p:txBody>
      </p:sp>
      <p:sp>
        <p:nvSpPr>
          <p:cNvPr id="17422" name="">
            <a:extLst xmlns:a="http://schemas.openxmlformats.org/drawingml/2006/main">
              <a:ext uri="{FF2B5EF4-FFF2-40B4-BE49-F238E27FC236}">
                <a16:creationId xmlns:a16="http://schemas.microsoft.com/office/drawing/2014/main" id="{2702BB4C-9FE2-42EB-B041-67F8C6180B12}"/>
              </a:ext>
            </a:extLst>
          </p:cNvPr>
          <p:cNvSpPr>
            <a:spLocks xmlns:a="http://schemas.openxmlformats.org/drawingml/2006/main" noGrp="1"/>
          </p:cNvSpPr>
          <p:nvPr/>
        </p:nvSpPr>
        <p:spPr>
          <a:xfrm xmlns:a="http://schemas.openxmlformats.org/drawingml/2006/main">
            <a:off x="476250" y="5353050"/>
            <a:ext cx="3190875" cy="838200"/>
          </a:xfrm>
          <a:prstGeom xmlns:a="http://schemas.openxmlformats.org/drawingml/2006/main" prst="roundRect">
            <a:avLst>
              <a:gd name="adj" fmla="val 10227"/>
            </a:avLst>
          </a:prstGeom>
          <a:solidFill xmlns:a="http://schemas.openxmlformats.org/drawingml/2006/main">
            <a:srgbClr val="F1F7FA"/>
          </a:solidFill>
          <a:ln xmlns:a="http://schemas.openxmlformats.org/drawingml/2006/main" w="16193">
            <a:solidFill>
              <a:srgbClr val="0073BC"/>
            </a:solidFill>
          </a:ln>
        </p:spPr>
      </p:sp>
      <p:sp>
        <p:nvSpPr>
          <p:cNvPr id="17423" name="One ward">
            <a:extLst xmlns:a="http://schemas.openxmlformats.org/drawingml/2006/main">
              <a:ext uri="{FF2B5EF4-FFF2-40B4-BE49-F238E27FC236}">
                <a16:creationId xmlns:a16="http://schemas.microsoft.com/office/drawing/2014/main" id="{C016FD07-CF2B-42D5-9AEE-85EB4109EB88}"/>
              </a:ext>
            </a:extLst>
          </p:cNvPr>
          <p:cNvSpPr>
            <a:spLocks xmlns:a="http://schemas.openxmlformats.org/drawingml/2006/main" noGrp="1"/>
          </p:cNvSpPr>
          <p:nvPr/>
        </p:nvSpPr>
        <p:spPr>
          <a:xfrm xmlns:a="http://schemas.openxmlformats.org/drawingml/2006/main">
            <a:off x="609600" y="5448300"/>
            <a:ext cx="29241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3BC"/>
                </a:solidFill>
                <a:latin typeface="Arial"/>
                <a:ea typeface="Arial"/>
                <a:cs typeface="Arial"/>
              </a:defRPr>
            </a:pPr>
            <a:r>
              <a:rPr sz="1800" b="1">
                <a:solidFill>
                  <a:srgbClr val="0073BC"/>
                </a:solidFill>
                <a:latin typeface="Arial"/>
                <a:ea typeface="Arial"/>
                <a:cs typeface="Arial"/>
              </a:rPr>
              <a:t>One ward</a:t>
            </a:r>
          </a:p>
        </p:txBody>
      </p:sp>
      <p:sp>
        <p:nvSpPr>
          <p:cNvPr id="17424" name="Validate data and response">
            <a:extLst xmlns:a="http://schemas.openxmlformats.org/drawingml/2006/main">
              <a:ext uri="{FF2B5EF4-FFF2-40B4-BE49-F238E27FC236}">
                <a16:creationId xmlns:a16="http://schemas.microsoft.com/office/drawing/2014/main" id="{EDAFABB0-BDB6-4EC3-96D3-B2EB282FE441}"/>
              </a:ext>
            </a:extLst>
          </p:cNvPr>
          <p:cNvSpPr>
            <a:spLocks xmlns:a="http://schemas.openxmlformats.org/drawingml/2006/main" noGrp="1"/>
          </p:cNvSpPr>
          <p:nvPr/>
        </p:nvSpPr>
        <p:spPr>
          <a:xfrm xmlns:a="http://schemas.openxmlformats.org/drawingml/2006/main">
            <a:off x="609600" y="5819775"/>
            <a:ext cx="29241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Validate data and response</a:t>
            </a:r>
          </a:p>
        </p:txBody>
      </p:sp>
      <p:sp>
        <p:nvSpPr>
          <p:cNvPr id="17425" name="">
            <a:extLst xmlns:a="http://schemas.openxmlformats.org/drawingml/2006/main">
              <a:ext uri="{FF2B5EF4-FFF2-40B4-BE49-F238E27FC236}">
                <a16:creationId xmlns:a16="http://schemas.microsoft.com/office/drawing/2014/main" id="{D161E882-8358-43C1-BD5A-5C6121F84F36}"/>
              </a:ext>
            </a:extLst>
          </p:cNvPr>
          <p:cNvSpPr>
            <a:spLocks xmlns:a="http://schemas.openxmlformats.org/drawingml/2006/main" noGrp="1"/>
          </p:cNvSpPr>
          <p:nvPr/>
        </p:nvSpPr>
        <p:spPr>
          <a:xfrm xmlns:a="http://schemas.openxmlformats.org/drawingml/2006/main">
            <a:off x="4514850" y="5353050"/>
            <a:ext cx="3190875" cy="838200"/>
          </a:xfrm>
          <a:prstGeom xmlns:a="http://schemas.openxmlformats.org/drawingml/2006/main" prst="roundRect">
            <a:avLst>
              <a:gd name="adj" fmla="val 10227"/>
            </a:avLst>
          </a:prstGeom>
          <a:solidFill xmlns:a="http://schemas.openxmlformats.org/drawingml/2006/main">
            <a:srgbClr val="F1F7FA"/>
          </a:solidFill>
          <a:ln xmlns:a="http://schemas.openxmlformats.org/drawingml/2006/main" w="16193">
            <a:solidFill>
              <a:srgbClr val="128367"/>
            </a:solidFill>
          </a:ln>
        </p:spPr>
      </p:sp>
      <p:sp>
        <p:nvSpPr>
          <p:cNvPr id="17426" name="3–6 months">
            <a:extLst xmlns:a="http://schemas.openxmlformats.org/drawingml/2006/main">
              <a:ext uri="{FF2B5EF4-FFF2-40B4-BE49-F238E27FC236}">
                <a16:creationId xmlns:a16="http://schemas.microsoft.com/office/drawing/2014/main" id="{31F9CA07-6BA2-428C-9077-07421BCB957B}"/>
              </a:ext>
            </a:extLst>
          </p:cNvPr>
          <p:cNvSpPr>
            <a:spLocks xmlns:a="http://schemas.openxmlformats.org/drawingml/2006/main" noGrp="1"/>
          </p:cNvSpPr>
          <p:nvPr/>
        </p:nvSpPr>
        <p:spPr>
          <a:xfrm xmlns:a="http://schemas.openxmlformats.org/drawingml/2006/main">
            <a:off x="4648200" y="5448300"/>
            <a:ext cx="29241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28367"/>
                </a:solidFill>
                <a:latin typeface="Arial"/>
                <a:ea typeface="Arial"/>
                <a:cs typeface="Arial"/>
              </a:defRPr>
            </a:pPr>
            <a:r>
              <a:rPr sz="1800" b="1">
                <a:solidFill>
                  <a:srgbClr val="128367"/>
                </a:solidFill>
                <a:latin typeface="Arial"/>
                <a:ea typeface="Arial"/>
                <a:cs typeface="Arial"/>
              </a:rPr>
              <a:t>3–6 months</a:t>
            </a:r>
          </a:p>
        </p:txBody>
      </p:sp>
      <p:sp>
        <p:nvSpPr>
          <p:cNvPr id="17427" name="Calibrate across wards">
            <a:extLst xmlns:a="http://schemas.openxmlformats.org/drawingml/2006/main">
              <a:ext uri="{FF2B5EF4-FFF2-40B4-BE49-F238E27FC236}">
                <a16:creationId xmlns:a16="http://schemas.microsoft.com/office/drawing/2014/main" id="{83B0A66C-EB05-45D3-9FC9-51FDAD3826C4}"/>
              </a:ext>
            </a:extLst>
          </p:cNvPr>
          <p:cNvSpPr>
            <a:spLocks xmlns:a="http://schemas.openxmlformats.org/drawingml/2006/main" noGrp="1"/>
          </p:cNvSpPr>
          <p:nvPr/>
        </p:nvSpPr>
        <p:spPr>
          <a:xfrm xmlns:a="http://schemas.openxmlformats.org/drawingml/2006/main">
            <a:off x="4648200" y="5819775"/>
            <a:ext cx="29241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Calibrate across wards</a:t>
            </a:r>
          </a:p>
        </p:txBody>
      </p:sp>
      <p:sp>
        <p:nvSpPr>
          <p:cNvPr id="17428" name="">
            <a:extLst xmlns:a="http://schemas.openxmlformats.org/drawingml/2006/main">
              <a:ext uri="{FF2B5EF4-FFF2-40B4-BE49-F238E27FC236}">
                <a16:creationId xmlns:a16="http://schemas.microsoft.com/office/drawing/2014/main" id="{DD739A52-C2CA-4483-8760-5EC6FFF81812}"/>
              </a:ext>
            </a:extLst>
          </p:cNvPr>
          <p:cNvSpPr>
            <a:spLocks xmlns:a="http://schemas.openxmlformats.org/drawingml/2006/main" noGrp="1"/>
          </p:cNvSpPr>
          <p:nvPr/>
        </p:nvSpPr>
        <p:spPr>
          <a:xfrm xmlns:a="http://schemas.openxmlformats.org/drawingml/2006/main">
            <a:off x="8543925" y="5353050"/>
            <a:ext cx="3190875" cy="838200"/>
          </a:xfrm>
          <a:prstGeom xmlns:a="http://schemas.openxmlformats.org/drawingml/2006/main" prst="roundRect">
            <a:avLst>
              <a:gd name="adj" fmla="val 10227"/>
            </a:avLst>
          </a:prstGeom>
          <a:solidFill xmlns:a="http://schemas.openxmlformats.org/drawingml/2006/main">
            <a:srgbClr val="F1F7FA"/>
          </a:solidFill>
          <a:ln xmlns:a="http://schemas.openxmlformats.org/drawingml/2006/main" w="16193">
            <a:solidFill>
              <a:srgbClr val="0073BC"/>
            </a:solidFill>
          </a:ln>
        </p:spPr>
      </p:sp>
      <p:sp>
        <p:nvSpPr>
          <p:cNvPr id="17429" name="12+ months">
            <a:extLst xmlns:a="http://schemas.openxmlformats.org/drawingml/2006/main">
              <a:ext uri="{FF2B5EF4-FFF2-40B4-BE49-F238E27FC236}">
                <a16:creationId xmlns:a16="http://schemas.microsoft.com/office/drawing/2014/main" id="{7778D6F6-6053-46D4-BD72-10012732B2C9}"/>
              </a:ext>
            </a:extLst>
          </p:cNvPr>
          <p:cNvSpPr>
            <a:spLocks xmlns:a="http://schemas.openxmlformats.org/drawingml/2006/main" noGrp="1"/>
          </p:cNvSpPr>
          <p:nvPr/>
        </p:nvSpPr>
        <p:spPr>
          <a:xfrm xmlns:a="http://schemas.openxmlformats.org/drawingml/2006/main">
            <a:off x="8677275" y="5448300"/>
            <a:ext cx="29241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3BC"/>
                </a:solidFill>
                <a:latin typeface="Arial"/>
                <a:ea typeface="Arial"/>
                <a:cs typeface="Arial"/>
              </a:defRPr>
            </a:pPr>
            <a:r>
              <a:rPr sz="1800" b="1">
                <a:solidFill>
                  <a:srgbClr val="0073BC"/>
                </a:solidFill>
                <a:latin typeface="Arial"/>
                <a:ea typeface="Arial"/>
                <a:cs typeface="Arial"/>
              </a:rPr>
              <a:t>12+ months</a:t>
            </a:r>
          </a:p>
        </p:txBody>
      </p:sp>
      <p:sp>
        <p:nvSpPr>
          <p:cNvPr id="17430" name="Study feeds and forecasting">
            <a:extLst xmlns:a="http://schemas.openxmlformats.org/drawingml/2006/main">
              <a:ext uri="{FF2B5EF4-FFF2-40B4-BE49-F238E27FC236}">
                <a16:creationId xmlns:a16="http://schemas.microsoft.com/office/drawing/2014/main" id="{E0D2EB13-E5C2-4311-A1FD-570B4931DE2A}"/>
              </a:ext>
            </a:extLst>
          </p:cNvPr>
          <p:cNvSpPr>
            <a:spLocks xmlns:a="http://schemas.openxmlformats.org/drawingml/2006/main" noGrp="1"/>
          </p:cNvSpPr>
          <p:nvPr/>
        </p:nvSpPr>
        <p:spPr>
          <a:xfrm xmlns:a="http://schemas.openxmlformats.org/drawingml/2006/main">
            <a:off x="8677275" y="5819775"/>
            <a:ext cx="29241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Study feeds and forecasting</a:t>
            </a:r>
          </a:p>
        </p:txBody>
      </p:sp>
      <p:cxnSp>
        <p:nvCxnSpPr>
          <p:cNvPr id="17458" name=""/>
          <p:cNvCxnSpPr>
            <a:stCxn xmlns:a="http://schemas.openxmlformats.org/drawingml/2006/main" id="17422" idx="3"/>
            <a:endCxn xmlns:a="http://schemas.openxmlformats.org/drawingml/2006/main" id="17425" idx="1"/>
          </p:cNvCxnSpPr>
          <p:nvPr/>
        </p:nvCxnSpPr>
        <p:spPr>
          <a:xfrm xmlns:a="http://schemas.openxmlformats.org/drawingml/2006/main">
            <a:off x="3667125" y="5772150"/>
            <a:ext cx="847725" cy="0"/>
          </a:xfrm>
          <a:prstGeom xmlns:a="http://schemas.openxmlformats.org/drawingml/2006/main" prst="straightConnector1">
            <a:avLst/>
          </a:prstGeom>
          <a:ln xmlns:a="http://schemas.openxmlformats.org/drawingml/2006/main" w="22860">
            <a:solidFill>
              <a:srgbClr val="0073BC"/>
            </a:solidFill>
            <a:tailEnd type="arrow" w="med" len="med"/>
          </a:ln>
        </p:spPr>
      </p:cxnSp>
      <p:cxnSp>
        <p:nvCxnSpPr>
          <p:cNvPr id="17459" name=""/>
          <p:cNvCxnSpPr>
            <a:stCxn xmlns:a="http://schemas.openxmlformats.org/drawingml/2006/main" id="17425" idx="3"/>
            <a:endCxn xmlns:a="http://schemas.openxmlformats.org/drawingml/2006/main" id="17428" idx="1"/>
          </p:cNvCxnSpPr>
          <p:nvPr/>
        </p:nvCxnSpPr>
        <p:spPr>
          <a:xfrm xmlns:a="http://schemas.openxmlformats.org/drawingml/2006/main">
            <a:off x="7705725" y="5772150"/>
            <a:ext cx="838200" cy="0"/>
          </a:xfrm>
          <a:prstGeom xmlns:a="http://schemas.openxmlformats.org/drawingml/2006/main" prst="straightConnector1">
            <a:avLst/>
          </a:prstGeom>
          <a:ln xmlns:a="http://schemas.openxmlformats.org/drawingml/2006/main" w="22860">
            <a:solidFill>
              <a:srgbClr val="0073BC"/>
            </a:solidFill>
            <a:tailEnd type="arrow" w="med" len="med"/>
          </a:ln>
        </p:spPr>
      </p:cxnSp>
    </p:spTree>
    <p:extLst>
      <p:ext uri="{BB962C8B-B14F-4D97-AF65-F5344CB8AC3E}">
        <p14:creationId xmlns:p14="http://schemas.microsoft.com/office/powerpoint/2010/main" val="375338791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BE020DB1-4C59-4B8C-AA6D-7A754DB24DDC}"/>
              </a:ext>
            </a:extLst>
          </p:cNvPr>
          <p:cNvSpPr>
            <a:spLocks xmlns:a="http://schemas.openxmlformats.org/drawingml/2006/main" noGrp="1"/>
          </p:cNvSpPr>
          <p:nvPr>
            <p:ph type="title" idx="0"/>
          </p:nvPr>
        </p:nvSpPr>
        <p:spPr>
          <a:xfrm xmlns:a="http://schemas.openxmlformats.org/drawingml/2006/main">
            <a:off x="1714500" y="209550"/>
            <a:ext cx="8048625" cy="914400"/>
          </a:xfrm>
        </p:spPr>
        <p:txBody>
          <a:bodyPr xmlns:a="http://schemas.openxmlformats.org/drawingml/2006/main"/>
          <a:lstStyle xmlns:a="http://schemas.openxmlformats.org/drawingml/2006/main"/>
          <a:p xmlns:a="http://schemas.openxmlformats.org/drawingml/2006/main">
            <a:pPr algn="ctr">
              <a:buNone/>
              <a:defRPr sz="3300" b="1">
                <a:solidFill>
                  <a:srgbClr val="000000"/>
                </a:solidFill>
                <a:latin typeface="Times New Roman"/>
                <a:ea typeface="Times New Roman"/>
                <a:cs typeface="Times New Roman"/>
              </a:defRPr>
            </a:pPr>
            <a:r>
              <a:rPr sz="3300" b="1">
                <a:solidFill>
                  <a:srgbClr val="000000"/>
                </a:solidFill>
                <a:latin typeface="Times New Roman"/>
                <a:ea typeface="Times New Roman"/>
                <a:cs typeface="Times New Roman"/>
              </a:rPr>
              <a:t>IMPACT AND BENEFITS</a:t>
            </a:r>
          </a:p>
        </p:txBody>
      </p:sp>
      <p:sp>
        <p:nvSpPr>
          <p:cNvPr id="6" name="Slide Number Placeholder 5">
            <a:extLst xmlns:a="http://schemas.openxmlformats.org/drawingml/2006/main">
              <a:ext uri="{FF2B5EF4-FFF2-40B4-BE49-F238E27FC236}">
                <a16:creationId xmlns:a16="http://schemas.microsoft.com/office/drawing/2014/main" id="{5D06B8B9-669A-4CB9-9092-6EC69BDAB16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marL="0" marR="0" lvl="0" indent="0" algn="r" defTabSz="457200">
              <a:lnSpc>
                <a:spcPct val="100000"/>
              </a:lnSpc>
              <a:spcBef>
                <a:spcPct val="0"/>
              </a:spcBef>
              <a:spcAft>
                <a:spcPct val="0"/>
              </a:spcAft>
              <a:buClrTx/>
              <a:buSzTx/>
              <a:buFontTx/>
              <a:buNone/>
            </a:pPr>
            <a:fld id="{677C3CE7-23F7-4828-823C-E0205DF2CF97}" type="slidenum">
              <a:rPr sz="1200" b="1" i="0" u="none" cap="none" spc="0">
                <a:ln>
                  <a:noFill/>
                </a:ln>
                <a:solidFill>
                  <a:prstClr val="white"/>
                </a:solidFill>
                <a:latin typeface="TradeGothic"/>
                <a:ea typeface="TradeGothic"/>
                <a:cs typeface="TradeGothic"/>
              </a:rPr>
              <a:t>5</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A6B40DDB-52EF-45EC-9727-E6969DDE4804}"/>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12" name="Oval 11">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defRPr sz="1125" b="1">
                <a:solidFill>
                  <a:srgbClr val="234F86"/>
                </a:solidFill>
                <a:latin typeface="Arial"/>
                <a:ea typeface="Arial"/>
                <a:cs typeface="Arial"/>
              </a:defRPr>
            </a:pPr>
            <a:r>
              <a:rPr sz="1125" b="1">
                <a:solidFill>
                  <a:srgbClr val="234F86"/>
                </a:solidFill>
                <a:latin typeface="Arial"/>
                <a:ea typeface="Arial"/>
                <a:cs typeface="Arial"/>
              </a:rPr>
              <a:t>Team</a:t>
            </a:r>
            <a:endParaRPr/>
          </a:p>
          <a:p xmlns:a="http://schemas.openxmlformats.org/drawingml/2006/main">
            <a:pPr algn="ctr">
              <a:buNone/>
              <a:defRPr sz="1125" b="1">
                <a:solidFill>
                  <a:srgbClr val="234F86"/>
                </a:solidFill>
                <a:latin typeface="Arial"/>
                <a:ea typeface="Arial"/>
                <a:cs typeface="Arial"/>
              </a:defRPr>
            </a:pPr>
            <a:r>
              <a:rPr sz="1125" b="1">
                <a:solidFill>
                  <a:srgbClr val="234F86"/>
                </a:solidFill>
                <a:latin typeface="Arial"/>
                <a:ea typeface="Arial"/>
                <a:cs typeface="Arial"/>
              </a:rPr>
              <a:t>Pawlytics</a:t>
            </a:r>
            <a:endParaRPr/>
          </a:p>
        </p:txBody>
      </p:sp>
      <p:pic>
        <p:nvPicPr>
          <p:cNvPr id="17427" name="Picture 10"/>
          <p:cNvPicPr>
            <a:picLocks xmlns:a="http://schemas.openxmlformats.org/drawingml/2006/main" noChangeAspect="1"/>
          </p:cNvPicPr>
          <p:nvPr/>
        </p:nvPicPr>
        <p:blipFill>
          <a:blip xmlns:r="http://schemas.openxmlformats.org/officeDocument/2006/relationships" xmlns:a="http://schemas.openxmlformats.org/drawingml/2006/main" r:embed="R6af74b3925834334"/>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7412" name="Potential impact on the target audience">
            <a:extLst xmlns:a="http://schemas.openxmlformats.org/drawingml/2006/main">
              <a:ext uri="{FF2B5EF4-FFF2-40B4-BE49-F238E27FC236}">
                <a16:creationId xmlns:a16="http://schemas.microsoft.com/office/drawing/2014/main" id="{79979E72-0092-4783-8F17-F6609967790C}"/>
              </a:ext>
            </a:extLst>
          </p:cNvPr>
          <p:cNvSpPr>
            <a:spLocks xmlns:a="http://schemas.openxmlformats.org/drawingml/2006/main" noGrp="1"/>
          </p:cNvSpPr>
          <p:nvPr/>
        </p:nvSpPr>
        <p:spPr>
          <a:xfrm xmlns:a="http://schemas.openxmlformats.org/drawingml/2006/main">
            <a:off x="466725" y="1285875"/>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34F86"/>
                </a:solidFill>
                <a:latin typeface="Arial"/>
                <a:ea typeface="Arial"/>
                <a:cs typeface="Arial"/>
              </a:defRPr>
            </a:pPr>
            <a:r>
              <a:rPr sz="2100" b="1">
                <a:solidFill>
                  <a:srgbClr val="234F86"/>
                </a:solidFill>
                <a:latin typeface="Arial"/>
                <a:ea typeface="Arial"/>
                <a:cs typeface="Arial"/>
              </a:rPr>
              <a:t>Potential impact on the target audience</a:t>
            </a:r>
          </a:p>
        </p:txBody>
      </p:sp>
      <p:pic>
        <p:nvPicPr>
          <p:cNvPr id="17429" name=""/>
          <p:cNvPicPr>
            <a:picLocks xmlns:a="http://schemas.openxmlformats.org/drawingml/2006/main" noChangeAspect="1"/>
          </p:cNvPicPr>
          <p:nvPr/>
        </p:nvPicPr>
        <p:blipFill>
          <a:blip xmlns:r="http://schemas.openxmlformats.org/officeDocument/2006/relationships" xmlns:a="http://schemas.openxmlformats.org/drawingml/2006/main" r:embed="Rad6c7441b6ee4909"/>
          <a:stretch xmlns:a="http://schemas.openxmlformats.org/drawingml/2006/main"/>
        </p:blipFill>
        <p:spPr>
          <a:xfrm xmlns:a="http://schemas.openxmlformats.org/drawingml/2006/main">
            <a:off x="657384" y="1828800"/>
            <a:ext cx="6876731" cy="3867150"/>
          </a:xfrm>
          <a:prstGeom xmlns:a="http://schemas.openxmlformats.org/drawingml/2006/main" prst="rect">
            <a:avLst/>
          </a:prstGeom>
        </p:spPr>
      </p:pic>
      <p:sp>
        <p:nvSpPr>
          <p:cNvPr id="17414" name="Social: citizens">
            <a:extLst xmlns:a="http://schemas.openxmlformats.org/drawingml/2006/main">
              <a:ext uri="{FF2B5EF4-FFF2-40B4-BE49-F238E27FC236}">
                <a16:creationId xmlns:a16="http://schemas.microsoft.com/office/drawing/2014/main" id="{24CA7BCA-5DC5-49CC-944E-0698E2C67151}"/>
              </a:ext>
            </a:extLst>
          </p:cNvPr>
          <p:cNvSpPr>
            <a:spLocks xmlns:a="http://schemas.openxmlformats.org/drawingml/2006/main" noGrp="1"/>
          </p:cNvSpPr>
          <p:nvPr/>
        </p:nvSpPr>
        <p:spPr>
          <a:xfrm xmlns:a="http://schemas.openxmlformats.org/drawingml/2006/main">
            <a:off x="8096250" y="1847850"/>
            <a:ext cx="34861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34F86"/>
                </a:solidFill>
                <a:latin typeface="Arial"/>
                <a:ea typeface="Arial"/>
                <a:cs typeface="Arial"/>
              </a:defRPr>
            </a:pPr>
            <a:r>
              <a:rPr sz="1950" b="1">
                <a:solidFill>
                  <a:srgbClr val="234F86"/>
                </a:solidFill>
                <a:latin typeface="Arial"/>
                <a:ea typeface="Arial"/>
                <a:cs typeface="Arial"/>
              </a:rPr>
              <a:t>Social: citizens</a:t>
            </a:r>
          </a:p>
        </p:txBody>
      </p:sp>
      <p:sp>
        <p:nvSpPr>
          <p:cNvPr id="17415" name="Local risk awareness and a&#10;clear reporting channel.">
            <a:extLst xmlns:a="http://schemas.openxmlformats.org/drawingml/2006/main">
              <a:ext uri="{FF2B5EF4-FFF2-40B4-BE49-F238E27FC236}">
                <a16:creationId xmlns:a16="http://schemas.microsoft.com/office/drawing/2014/main" id="{4A5CD4C4-5175-42F0-AEAF-021B8BF44A4C}"/>
              </a:ext>
            </a:extLst>
          </p:cNvPr>
          <p:cNvSpPr>
            <a:spLocks xmlns:a="http://schemas.openxmlformats.org/drawingml/2006/main" noGrp="1"/>
          </p:cNvSpPr>
          <p:nvPr/>
        </p:nvSpPr>
        <p:spPr>
          <a:xfrm xmlns:a="http://schemas.openxmlformats.org/drawingml/2006/main">
            <a:off x="8115300" y="2247900"/>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B2A38"/>
                </a:solidFill>
                <a:latin typeface="Arial"/>
                <a:ea typeface="Arial"/>
                <a:cs typeface="Arial"/>
              </a:defRPr>
            </a:pPr>
            <a:r>
              <a:rPr sz="1800" b="0">
                <a:solidFill>
                  <a:srgbClr val="1B2A38"/>
                </a:solidFill>
                <a:latin typeface="Arial"/>
                <a:ea typeface="Arial"/>
                <a:cs typeface="Arial"/>
              </a:rPr>
              <a:t>Local risk awareness and a</a:t>
            </a:r>
          </a:p>
          <a:p xmlns:a="http://schemas.openxmlformats.org/drawingml/2006/main">
            <a:pPr>
              <a:defRPr sz="1800" b="0">
                <a:solidFill>
                  <a:srgbClr val="1B2A38"/>
                </a:solidFill>
                <a:latin typeface="Arial"/>
                <a:ea typeface="Arial"/>
                <a:cs typeface="Arial"/>
              </a:defRPr>
            </a:pPr>
            <a:r>
              <a:rPr sz="1800" b="0">
                <a:solidFill>
                  <a:srgbClr val="1B2A38"/>
                </a:solidFill>
                <a:latin typeface="Arial"/>
                <a:ea typeface="Arial"/>
                <a:cs typeface="Arial"/>
              </a:rPr>
              <a:t>clear reporting channel.</a:t>
            </a:r>
          </a:p>
        </p:txBody>
      </p:sp>
      <p:sp>
        <p:nvSpPr>
          <p:cNvPr id="17416" name="Economic: municipal teams">
            <a:extLst xmlns:a="http://schemas.openxmlformats.org/drawingml/2006/main">
              <a:ext uri="{FF2B5EF4-FFF2-40B4-BE49-F238E27FC236}">
                <a16:creationId xmlns:a16="http://schemas.microsoft.com/office/drawing/2014/main" id="{6D2955A8-0F2B-4649-B5DE-273AE764B0BA}"/>
              </a:ext>
            </a:extLst>
          </p:cNvPr>
          <p:cNvSpPr>
            <a:spLocks xmlns:a="http://schemas.openxmlformats.org/drawingml/2006/main" noGrp="1"/>
          </p:cNvSpPr>
          <p:nvPr/>
        </p:nvSpPr>
        <p:spPr>
          <a:xfrm xmlns:a="http://schemas.openxmlformats.org/drawingml/2006/main">
            <a:off x="8096250" y="3105150"/>
            <a:ext cx="35623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34F86"/>
                </a:solidFill>
                <a:latin typeface="Arial"/>
                <a:ea typeface="Arial"/>
                <a:cs typeface="Arial"/>
              </a:defRPr>
            </a:pPr>
            <a:r>
              <a:rPr sz="1875" b="1">
                <a:solidFill>
                  <a:srgbClr val="234F86"/>
                </a:solidFill>
                <a:latin typeface="Arial"/>
                <a:ea typeface="Arial"/>
                <a:cs typeface="Arial"/>
              </a:rPr>
              <a:t>Economic: municipal teams</a:t>
            </a:r>
          </a:p>
        </p:txBody>
      </p:sp>
      <p:sp>
        <p:nvSpPr>
          <p:cNvPr id="17417" name="Prioritized review and fewer&#10;disconnected work records.">
            <a:extLst xmlns:a="http://schemas.openxmlformats.org/drawingml/2006/main">
              <a:ext uri="{FF2B5EF4-FFF2-40B4-BE49-F238E27FC236}">
                <a16:creationId xmlns:a16="http://schemas.microsoft.com/office/drawing/2014/main" id="{33828DE1-7EB4-4099-9C6D-0FE60209AB33}"/>
              </a:ext>
            </a:extLst>
          </p:cNvPr>
          <p:cNvSpPr>
            <a:spLocks xmlns:a="http://schemas.openxmlformats.org/drawingml/2006/main" noGrp="1"/>
          </p:cNvSpPr>
          <p:nvPr/>
        </p:nvSpPr>
        <p:spPr>
          <a:xfrm xmlns:a="http://schemas.openxmlformats.org/drawingml/2006/main">
            <a:off x="8115300" y="3505200"/>
            <a:ext cx="3476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B2A38"/>
                </a:solidFill>
                <a:latin typeface="Arial"/>
                <a:ea typeface="Arial"/>
                <a:cs typeface="Arial"/>
              </a:defRPr>
            </a:pPr>
            <a:r>
              <a:rPr sz="1800" b="0">
                <a:solidFill>
                  <a:srgbClr val="1B2A38"/>
                </a:solidFill>
                <a:latin typeface="Arial"/>
                <a:ea typeface="Arial"/>
                <a:cs typeface="Arial"/>
              </a:rPr>
              <a:t>Prioritized review and fewer</a:t>
            </a:r>
          </a:p>
          <a:p xmlns:a="http://schemas.openxmlformats.org/drawingml/2006/main">
            <a:pPr>
              <a:defRPr sz="1800" b="0">
                <a:solidFill>
                  <a:srgbClr val="1B2A38"/>
                </a:solidFill>
                <a:latin typeface="Arial"/>
                <a:ea typeface="Arial"/>
                <a:cs typeface="Arial"/>
              </a:defRPr>
            </a:pPr>
            <a:r>
              <a:rPr sz="1800" b="0">
                <a:solidFill>
                  <a:srgbClr val="1B2A38"/>
                </a:solidFill>
                <a:latin typeface="Arial"/>
                <a:ea typeface="Arial"/>
                <a:cs typeface="Arial"/>
              </a:rPr>
              <a:t>disconnected work records.</a:t>
            </a:r>
          </a:p>
        </p:txBody>
      </p:sp>
      <p:sp>
        <p:nvSpPr>
          <p:cNvPr id="17418" name="Welfare and environment">
            <a:extLst xmlns:a="http://schemas.openxmlformats.org/drawingml/2006/main">
              <a:ext uri="{FF2B5EF4-FFF2-40B4-BE49-F238E27FC236}">
                <a16:creationId xmlns:a16="http://schemas.microsoft.com/office/drawing/2014/main" id="{A0F63D72-BE64-4D4E-B5F1-C0D8108EEC24}"/>
              </a:ext>
            </a:extLst>
          </p:cNvPr>
          <p:cNvSpPr>
            <a:spLocks xmlns:a="http://schemas.openxmlformats.org/drawingml/2006/main" noGrp="1"/>
          </p:cNvSpPr>
          <p:nvPr/>
        </p:nvSpPr>
        <p:spPr>
          <a:xfrm xmlns:a="http://schemas.openxmlformats.org/drawingml/2006/main">
            <a:off x="8096250" y="4362450"/>
            <a:ext cx="35433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34F86"/>
                </a:solidFill>
                <a:latin typeface="Arial"/>
                <a:ea typeface="Arial"/>
                <a:cs typeface="Arial"/>
              </a:defRPr>
            </a:pPr>
            <a:r>
              <a:rPr sz="1875" b="1">
                <a:solidFill>
                  <a:srgbClr val="234F86"/>
                </a:solidFill>
                <a:latin typeface="Arial"/>
                <a:ea typeface="Arial"/>
                <a:cs typeface="Arial"/>
              </a:rPr>
              <a:t>Welfare and environment</a:t>
            </a:r>
          </a:p>
        </p:txBody>
      </p:sp>
      <p:sp>
        <p:nvSpPr>
          <p:cNvPr id="17419" name="Evidence for ABC campaigns&#10;and waste-site follow-up.">
            <a:extLst xmlns:a="http://schemas.openxmlformats.org/drawingml/2006/main">
              <a:ext uri="{FF2B5EF4-FFF2-40B4-BE49-F238E27FC236}">
                <a16:creationId xmlns:a16="http://schemas.microsoft.com/office/drawing/2014/main" id="{13D138E8-C002-465C-8A30-82DC6994AFC0}"/>
              </a:ext>
            </a:extLst>
          </p:cNvPr>
          <p:cNvSpPr>
            <a:spLocks xmlns:a="http://schemas.openxmlformats.org/drawingml/2006/main" noGrp="1"/>
          </p:cNvSpPr>
          <p:nvPr/>
        </p:nvSpPr>
        <p:spPr>
          <a:xfrm xmlns:a="http://schemas.openxmlformats.org/drawingml/2006/main">
            <a:off x="8115300" y="4772025"/>
            <a:ext cx="3476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B2A38"/>
                </a:solidFill>
                <a:latin typeface="Arial"/>
                <a:ea typeface="Arial"/>
                <a:cs typeface="Arial"/>
              </a:defRPr>
            </a:pPr>
            <a:r>
              <a:rPr sz="1800" b="0">
                <a:solidFill>
                  <a:srgbClr val="1B2A38"/>
                </a:solidFill>
                <a:latin typeface="Arial"/>
                <a:ea typeface="Arial"/>
                <a:cs typeface="Arial"/>
              </a:rPr>
              <a:t>Evidence for ABC campaigns</a:t>
            </a:r>
          </a:p>
          <a:p xmlns:a="http://schemas.openxmlformats.org/drawingml/2006/main">
            <a:pPr>
              <a:defRPr sz="1800" b="0">
                <a:solidFill>
                  <a:srgbClr val="1B2A38"/>
                </a:solidFill>
                <a:latin typeface="Arial"/>
                <a:ea typeface="Arial"/>
                <a:cs typeface="Arial"/>
              </a:defRPr>
            </a:pPr>
            <a:r>
              <a:rPr sz="1800" b="0">
                <a:solidFill>
                  <a:srgbClr val="1B2A38"/>
                </a:solidFill>
                <a:latin typeface="Arial"/>
                <a:ea typeface="Arial"/>
                <a:cs typeface="Arial"/>
              </a:rPr>
              <a:t>and waste-site follow-up.</a:t>
            </a:r>
          </a:p>
        </p:txBody>
      </p:sp>
      <p:sp>
        <p:nvSpPr>
          <p:cNvPr id="17420" name="Pilot measures: verification turnaround, action closure time and ">
            <a:extLst xmlns:a="http://schemas.openxmlformats.org/drawingml/2006/main">
              <a:ext uri="{FF2B5EF4-FFF2-40B4-BE49-F238E27FC236}">
                <a16:creationId xmlns:a16="http://schemas.microsoft.com/office/drawing/2014/main" id="{0E6145A4-F3FF-4EE0-9F95-D0C02453ECB6}"/>
              </a:ext>
            </a:extLst>
          </p:cNvPr>
          <p:cNvSpPr>
            <a:spLocks xmlns:a="http://schemas.openxmlformats.org/drawingml/2006/main" noGrp="1"/>
          </p:cNvSpPr>
          <p:nvPr/>
        </p:nvSpPr>
        <p:spPr>
          <a:xfrm xmlns:a="http://schemas.openxmlformats.org/drawingml/2006/main">
            <a:off x="476250" y="5772150"/>
            <a:ext cx="11096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34F86"/>
                </a:solidFill>
                <a:latin typeface="Arial"/>
                <a:ea typeface="Arial"/>
                <a:cs typeface="Arial"/>
              </a:defRPr>
            </a:pPr>
            <a:r>
              <a:rPr sz="1500" b="1">
                <a:solidFill>
                  <a:srgbClr val="234F86"/>
                </a:solidFill>
                <a:latin typeface="Arial"/>
                <a:ea typeface="Arial"/>
                <a:cs typeface="Arial"/>
              </a:rPr>
              <a:t>Pilot measures: verification turnaround, action closure time and report location quality.</a:t>
            </a:r>
          </a:p>
        </p:txBody>
      </p:sp>
      <p:sp>
        <p:nvSpPr>
          <p:cNvPr id="17421" name="Screenshot uses synthetic demo data. Benefits are expected outcom">
            <a:extLst xmlns:a="http://schemas.openxmlformats.org/drawingml/2006/main">
              <a:ext uri="{FF2B5EF4-FFF2-40B4-BE49-F238E27FC236}">
                <a16:creationId xmlns:a16="http://schemas.microsoft.com/office/drawing/2014/main" id="{554490D9-9C84-4AD4-A126-83275E030739}"/>
              </a:ext>
            </a:extLst>
          </p:cNvPr>
          <p:cNvSpPr>
            <a:spLocks xmlns:a="http://schemas.openxmlformats.org/drawingml/2006/main" noGrp="1"/>
          </p:cNvSpPr>
          <p:nvPr/>
        </p:nvSpPr>
        <p:spPr>
          <a:xfrm xmlns:a="http://schemas.openxmlformats.org/drawingml/2006/main">
            <a:off x="476250" y="6076950"/>
            <a:ext cx="11096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66875"/>
                </a:solidFill>
                <a:latin typeface="Arial"/>
                <a:ea typeface="Arial"/>
                <a:cs typeface="Arial"/>
              </a:defRPr>
            </a:pPr>
            <a:r>
              <a:rPr sz="1125" b="0">
                <a:solidFill>
                  <a:srgbClr val="566875"/>
                </a:solidFill>
                <a:latin typeface="Arial"/>
                <a:ea typeface="Arial"/>
                <a:cs typeface="Arial"/>
              </a:rPr>
              <a:t>Screenshot uses synthetic demo data. Benefits are expected outcomes to test in the pilot.</a:t>
            </a:r>
          </a:p>
        </p:txBody>
      </p:sp>
    </p:spTree>
    <p:extLst>
      <p:ext uri="{BB962C8B-B14F-4D97-AF65-F5344CB8AC3E}">
        <p14:creationId xmlns:p14="http://schemas.microsoft.com/office/powerpoint/2010/main" val="299714414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A091E6E2-5207-40F4-88BA-2A74EEDB5000}"/>
              </a:ext>
            </a:extLst>
          </p:cNvPr>
          <p:cNvSpPr>
            <a:spLocks xmlns:a="http://schemas.openxmlformats.org/drawingml/2006/main" noGrp="1"/>
          </p:cNvSpPr>
          <p:nvPr>
            <p:ph type="title" idx="0"/>
          </p:nvPr>
        </p:nvSpPr>
        <p:spPr>
          <a:xfrm xmlns:a="http://schemas.openxmlformats.org/drawingml/2006/main">
            <a:off x="1714500" y="209550"/>
            <a:ext cx="8048625" cy="914400"/>
          </a:xfrm>
        </p:spPr>
        <p:txBody>
          <a:bodyPr xmlns:a="http://schemas.openxmlformats.org/drawingml/2006/main"/>
          <a:lstStyle xmlns:a="http://schemas.openxmlformats.org/drawingml/2006/main"/>
          <a:p xmlns:a="http://schemas.openxmlformats.org/drawingml/2006/main">
            <a:pPr algn="ctr">
              <a:buNone/>
              <a:defRPr sz="2925" b="1">
                <a:solidFill>
                  <a:srgbClr val="000000"/>
                </a:solidFill>
                <a:latin typeface="Times New Roman"/>
                <a:ea typeface="Times New Roman"/>
                <a:cs typeface="Times New Roman"/>
              </a:defRPr>
            </a:pPr>
            <a:r>
              <a:rPr sz="2925" b="1">
                <a:solidFill>
                  <a:srgbClr val="000000"/>
                </a:solidFill>
                <a:latin typeface="Times New Roman"/>
                <a:ea typeface="Times New Roman"/>
                <a:cs typeface="Times New Roman"/>
              </a:rPr>
              <a:t>RESEARCH AND REFERENCES</a:t>
            </a:r>
          </a:p>
        </p:txBody>
      </p:sp>
      <p:sp>
        <p:nvSpPr>
          <p:cNvPr id="6" name="Slide Number Placeholder 5">
            <a:extLst xmlns:a="http://schemas.openxmlformats.org/drawingml/2006/main">
              <a:ext uri="{FF2B5EF4-FFF2-40B4-BE49-F238E27FC236}">
                <a16:creationId xmlns:a16="http://schemas.microsoft.com/office/drawing/2014/main" id="{BA76C3A2-13D5-4CF4-BEBB-A183ACF5306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marL="0" marR="0" lvl="0" indent="0" algn="r" defTabSz="457200">
              <a:lnSpc>
                <a:spcPct val="100000"/>
              </a:lnSpc>
              <a:spcBef>
                <a:spcPct val="0"/>
              </a:spcBef>
              <a:spcAft>
                <a:spcPct val="0"/>
              </a:spcAft>
              <a:buClrTx/>
              <a:buSzTx/>
              <a:buFontTx/>
              <a:buNone/>
            </a:pPr>
            <a:fld id="{677C3CE7-23F7-4828-823C-E0205DF2CF97}" type="slidenum">
              <a:rPr sz="1200" b="1" i="0" u="none" cap="none" spc="0">
                <a:ln>
                  <a:noFill/>
                </a:ln>
                <a:solidFill>
                  <a:prstClr val="white"/>
                </a:solidFill>
                <a:latin typeface="TradeGothic"/>
                <a:ea typeface="TradeGothic"/>
                <a:cs typeface="TradeGothic"/>
              </a:rPr>
              <a:t>6</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812B466E-FBD9-424F-AB56-6C7D825CB346}"/>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9" name="Oval 8">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defRPr sz="1125" b="1">
                <a:solidFill>
                  <a:srgbClr val="234F86"/>
                </a:solidFill>
                <a:latin typeface="Arial"/>
                <a:ea typeface="Arial"/>
                <a:cs typeface="Arial"/>
              </a:defRPr>
            </a:pPr>
            <a:r>
              <a:rPr sz="1125" b="1">
                <a:solidFill>
                  <a:srgbClr val="234F86"/>
                </a:solidFill>
                <a:latin typeface="Arial"/>
                <a:ea typeface="Arial"/>
                <a:cs typeface="Arial"/>
              </a:rPr>
              <a:t>Team</a:t>
            </a:r>
            <a:endParaRPr/>
          </a:p>
          <a:p xmlns:a="http://schemas.openxmlformats.org/drawingml/2006/main">
            <a:pPr algn="ctr">
              <a:buNone/>
              <a:defRPr sz="1125" b="1">
                <a:solidFill>
                  <a:srgbClr val="234F86"/>
                </a:solidFill>
                <a:latin typeface="Arial"/>
                <a:ea typeface="Arial"/>
                <a:cs typeface="Arial"/>
              </a:defRPr>
            </a:pPr>
            <a:r>
              <a:rPr sz="1125" b="1">
                <a:solidFill>
                  <a:srgbClr val="234F86"/>
                </a:solidFill>
                <a:latin typeface="Arial"/>
                <a:ea typeface="Arial"/>
                <a:cs typeface="Arial"/>
              </a:rPr>
              <a:t>Pawlytics</a:t>
            </a:r>
            <a:endParaRPr/>
          </a:p>
        </p:txBody>
      </p:sp>
      <p:pic>
        <p:nvPicPr>
          <p:cNvPr id="17427" name="Picture 11"/>
          <p:cNvPicPr>
            <a:picLocks xmlns:a="http://schemas.openxmlformats.org/drawingml/2006/main" noChangeAspect="1"/>
          </p:cNvPicPr>
          <p:nvPr/>
        </p:nvPicPr>
        <p:blipFill>
          <a:blip xmlns:r="http://schemas.openxmlformats.org/officeDocument/2006/relationships" xmlns:a="http://schemas.openxmlformats.org/drawingml/2006/main" r:embed="Re1b90c34e4ed4ff8"/>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7412" name="Working prototype and source code">
            <a:extLst xmlns:a="http://schemas.openxmlformats.org/drawingml/2006/main">
              <a:ext uri="{FF2B5EF4-FFF2-40B4-BE49-F238E27FC236}">
                <a16:creationId xmlns:a16="http://schemas.microsoft.com/office/drawing/2014/main" id="{AACF57C7-B4EB-4E56-A070-88A4AF11D118}"/>
              </a:ext>
            </a:extLst>
          </p:cNvPr>
          <p:cNvSpPr>
            <a:spLocks xmlns:a="http://schemas.openxmlformats.org/drawingml/2006/main" noGrp="1"/>
          </p:cNvSpPr>
          <p:nvPr/>
        </p:nvSpPr>
        <p:spPr>
          <a:xfrm xmlns:a="http://schemas.openxmlformats.org/drawingml/2006/main">
            <a:off x="466725" y="1323975"/>
            <a:ext cx="11096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34F86"/>
                </a:solidFill>
                <a:latin typeface="Arial"/>
                <a:ea typeface="Arial"/>
                <a:cs typeface="Arial"/>
              </a:defRPr>
            </a:pPr>
            <a:r>
              <a:rPr sz="2100" b="1">
                <a:solidFill>
                  <a:srgbClr val="234F86"/>
                </a:solidFill>
                <a:latin typeface="Arial"/>
                <a:ea typeface="Arial"/>
                <a:cs typeface="Arial"/>
              </a:rPr>
              <a:t>Working prototype and source code</a:t>
            </a:r>
          </a:p>
        </p:txBody>
      </p:sp>
      <p:sp>
        <p:nvSpPr>
          <p:cNvPr id="17413" name="Live app: pawlytics-one.vercel.app">
            <a:extLst xmlns:a="http://schemas.openxmlformats.org/drawingml/2006/main">
              <a:ext uri="{FF2B5EF4-FFF2-40B4-BE49-F238E27FC236}">
                <a16:creationId xmlns:a16="http://schemas.microsoft.com/office/drawing/2014/main" id="{8D59BBB5-7B81-48A0-BB40-9A6150941485}"/>
              </a:ext>
            </a:extLst>
          </p:cNvPr>
          <p:cNvSpPr>
            <a:spLocks xmlns:a="http://schemas.openxmlformats.org/drawingml/2006/main" noGrp="1"/>
          </p:cNvSpPr>
          <p:nvPr/>
        </p:nvSpPr>
        <p:spPr>
          <a:xfrm xmlns:a="http://schemas.openxmlformats.org/drawingml/2006/main">
            <a:off x="476250" y="1752600"/>
            <a:ext cx="11144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3BC"/>
                </a:solidFill>
                <a:latin typeface="Arial"/>
                <a:ea typeface="Arial"/>
                <a:cs typeface="Arial"/>
              </a:defRPr>
            </a:pPr>
            <a:r>
              <a:rPr sz="2100" b="1">
                <a:solidFill>
                  <a:srgbClr val="0073BC"/>
                </a:solidFill>
                <a:latin typeface="Arial"/>
                <a:ea typeface="Arial"/>
                <a:cs typeface="Arial"/>
                <a:hlinkClick xmlns:r="http://schemas.openxmlformats.org/officeDocument/2006/relationships" r:id="R206df26289d34d01"/>
              </a:rPr>
              <a:t>Live app: pawlytics-one.vercel.app</a:t>
            </a:r>
          </a:p>
        </p:txBody>
      </p:sp>
      <p:sp>
        <p:nvSpPr>
          <p:cNvPr id="17414" name="GitHub: github.com/UjjvxL/Pawlytics">
            <a:extLst xmlns:a="http://schemas.openxmlformats.org/drawingml/2006/main">
              <a:ext uri="{FF2B5EF4-FFF2-40B4-BE49-F238E27FC236}">
                <a16:creationId xmlns:a16="http://schemas.microsoft.com/office/drawing/2014/main" id="{9169A9F4-8490-4372-B57C-AC631B34C439}"/>
              </a:ext>
            </a:extLst>
          </p:cNvPr>
          <p:cNvSpPr>
            <a:spLocks xmlns:a="http://schemas.openxmlformats.org/drawingml/2006/main" noGrp="1"/>
          </p:cNvSpPr>
          <p:nvPr/>
        </p:nvSpPr>
        <p:spPr>
          <a:xfrm xmlns:a="http://schemas.openxmlformats.org/drawingml/2006/main">
            <a:off x="476250" y="2190750"/>
            <a:ext cx="11144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3BC"/>
                </a:solidFill>
                <a:latin typeface="Arial"/>
                <a:ea typeface="Arial"/>
                <a:cs typeface="Arial"/>
              </a:defRPr>
            </a:pPr>
            <a:r>
              <a:rPr sz="2100" b="1">
                <a:solidFill>
                  <a:srgbClr val="0073BC"/>
                </a:solidFill>
                <a:latin typeface="Arial"/>
                <a:ea typeface="Arial"/>
                <a:cs typeface="Arial"/>
                <a:hlinkClick xmlns:r="http://schemas.openxmlformats.org/officeDocument/2006/relationships" r:id="Rc672ef441da54a9b"/>
              </a:rPr>
              <a:t>GitHub: github.com/UjjvxL/Pawlytics</a:t>
            </a:r>
          </a:p>
        </p:txBody>
      </p:sp>
      <p:sp>
        <p:nvSpPr>
          <p:cNvPr id="17415" name="Research and references">
            <a:extLst xmlns:a="http://schemas.openxmlformats.org/drawingml/2006/main">
              <a:ext uri="{FF2B5EF4-FFF2-40B4-BE49-F238E27FC236}">
                <a16:creationId xmlns:a16="http://schemas.microsoft.com/office/drawing/2014/main" id="{5AB4E753-CFDA-43AB-AAB2-81AD2BD94A1B}"/>
              </a:ext>
            </a:extLst>
          </p:cNvPr>
          <p:cNvSpPr>
            <a:spLocks xmlns:a="http://schemas.openxmlformats.org/drawingml/2006/main" noGrp="1"/>
          </p:cNvSpPr>
          <p:nvPr/>
        </p:nvSpPr>
        <p:spPr>
          <a:xfrm xmlns:a="http://schemas.openxmlformats.org/drawingml/2006/main">
            <a:off x="466725" y="2819400"/>
            <a:ext cx="11049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34F86"/>
                </a:solidFill>
                <a:latin typeface="Arial"/>
                <a:ea typeface="Arial"/>
                <a:cs typeface="Arial"/>
              </a:defRPr>
            </a:pPr>
            <a:r>
              <a:rPr sz="2100" b="1">
                <a:solidFill>
                  <a:srgbClr val="234F86"/>
                </a:solidFill>
                <a:latin typeface="Arial"/>
                <a:ea typeface="Arial"/>
                <a:cs typeface="Arial"/>
              </a:rPr>
              <a:t>Research and references</a:t>
            </a:r>
          </a:p>
        </p:txBody>
      </p:sp>
      <p:sp>
        <p:nvSpPr>
          <p:cNvPr id="17416" name="1. PIB / NCDC: dog-bite and suspected rabies reports, 2024">
            <a:extLst xmlns:a="http://schemas.openxmlformats.org/drawingml/2006/main">
              <a:ext uri="{FF2B5EF4-FFF2-40B4-BE49-F238E27FC236}">
                <a16:creationId xmlns:a16="http://schemas.microsoft.com/office/drawing/2014/main" id="{D72FBAA9-B884-4122-A573-310F3D70F4E1}"/>
              </a:ext>
            </a:extLst>
          </p:cNvPr>
          <p:cNvSpPr>
            <a:spLocks xmlns:a="http://schemas.openxmlformats.org/drawingml/2006/main" noGrp="1"/>
          </p:cNvSpPr>
          <p:nvPr/>
        </p:nvSpPr>
        <p:spPr>
          <a:xfrm xmlns:a="http://schemas.openxmlformats.org/drawingml/2006/main">
            <a:off x="476250" y="3276600"/>
            <a:ext cx="11239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3BC"/>
                </a:solidFill>
                <a:latin typeface="Arial"/>
                <a:ea typeface="Arial"/>
                <a:cs typeface="Arial"/>
              </a:defRPr>
            </a:pPr>
            <a:r>
              <a:rPr sz="1800" b="1">
                <a:solidFill>
                  <a:srgbClr val="0073BC"/>
                </a:solidFill>
                <a:latin typeface="Arial"/>
                <a:ea typeface="Arial"/>
                <a:cs typeface="Arial"/>
                <a:hlinkClick xmlns:r="http://schemas.openxmlformats.org/officeDocument/2006/relationships" r:id="R73282917bce34dd6"/>
              </a:rPr>
              <a:t>1. PIB / NCDC: dog-bite and suspected rabies reports, 2024</a:t>
            </a:r>
          </a:p>
        </p:txBody>
      </p:sp>
      <p:sp>
        <p:nvSpPr>
          <p:cNvPr id="17417" name="37,17,336 reported dog-bite cases and 54 reported suspected human">
            <a:extLst xmlns:a="http://schemas.openxmlformats.org/drawingml/2006/main">
              <a:ext uri="{FF2B5EF4-FFF2-40B4-BE49-F238E27FC236}">
                <a16:creationId xmlns:a16="http://schemas.microsoft.com/office/drawing/2014/main" id="{104C17F3-3690-4180-9D26-5A3F8AD99BE0}"/>
              </a:ext>
            </a:extLst>
          </p:cNvPr>
          <p:cNvSpPr>
            <a:spLocks xmlns:a="http://schemas.openxmlformats.org/drawingml/2006/main" noGrp="1"/>
          </p:cNvSpPr>
          <p:nvPr/>
        </p:nvSpPr>
        <p:spPr>
          <a:xfrm xmlns:a="http://schemas.openxmlformats.org/drawingml/2006/main">
            <a:off x="666750" y="3686175"/>
            <a:ext cx="1081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B2A38"/>
                </a:solidFill>
                <a:latin typeface="Arial"/>
                <a:ea typeface="Arial"/>
                <a:cs typeface="Arial"/>
              </a:defRPr>
            </a:pPr>
            <a:r>
              <a:rPr sz="1650" b="0">
                <a:solidFill>
                  <a:srgbClr val="1B2A38"/>
                </a:solidFill>
                <a:latin typeface="Arial"/>
                <a:ea typeface="Arial"/>
                <a:cs typeface="Arial"/>
              </a:rPr>
              <a:t>37,17,336 reported dog-bite cases and 54 reported suspected human rabies deaths.</a:t>
            </a:r>
          </a:p>
          <a:p xmlns:a="http://schemas.openxmlformats.org/drawingml/2006/main">
            <a:pPr>
              <a:defRPr sz="1650" b="0">
                <a:solidFill>
                  <a:srgbClr val="1B2A38"/>
                </a:solidFill>
                <a:latin typeface="Arial"/>
                <a:ea typeface="Arial"/>
                <a:cs typeface="Arial"/>
              </a:defRPr>
            </a:pPr>
            <a:r>
              <a:rPr sz="1650" b="0">
                <a:solidFill>
                  <a:srgbClr val="1B2A38"/>
                </a:solidFill>
                <a:latin typeface="Arial"/>
                <a:ea typeface="Arial"/>
                <a:cs typeface="Arial"/>
              </a:rPr>
              <a:t>PIB, 22 July 2025. Reported figures do not estimate the full burden.</a:t>
            </a:r>
          </a:p>
        </p:txBody>
      </p:sp>
      <p:sp>
        <p:nvSpPr>
          <p:cNvPr id="17418" name="2. State-wise geospatial analysis of dog bite burden in India, 20">
            <a:extLst xmlns:a="http://schemas.openxmlformats.org/drawingml/2006/main">
              <a:ext uri="{FF2B5EF4-FFF2-40B4-BE49-F238E27FC236}">
                <a16:creationId xmlns:a16="http://schemas.microsoft.com/office/drawing/2014/main" id="{37A6ECD1-BD98-4759-9A39-DC1C88FCD701}"/>
              </a:ext>
            </a:extLst>
          </p:cNvPr>
          <p:cNvSpPr>
            <a:spLocks xmlns:a="http://schemas.openxmlformats.org/drawingml/2006/main" noGrp="1"/>
          </p:cNvSpPr>
          <p:nvPr/>
        </p:nvSpPr>
        <p:spPr>
          <a:xfrm xmlns:a="http://schemas.openxmlformats.org/drawingml/2006/main">
            <a:off x="476250" y="4562475"/>
            <a:ext cx="11239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073BC"/>
                </a:solidFill>
                <a:latin typeface="Arial"/>
                <a:ea typeface="Arial"/>
                <a:cs typeface="Arial"/>
              </a:defRPr>
            </a:pPr>
            <a:r>
              <a:rPr sz="1725" b="1">
                <a:solidFill>
                  <a:srgbClr val="0073BC"/>
                </a:solidFill>
                <a:latin typeface="Arial"/>
                <a:ea typeface="Arial"/>
                <a:cs typeface="Arial"/>
                <a:hlinkClick xmlns:r="http://schemas.openxmlformats.org/officeDocument/2006/relationships" r:id="Rb95f263b14c04ab4"/>
              </a:rPr>
              <a:t>2. State-wise geospatial analysis of dog bite burden in India, 2018–2023</a:t>
            </a:r>
          </a:p>
        </p:txBody>
      </p:sp>
      <p:sp>
        <p:nvSpPr>
          <p:cNvPr id="17419" name="Janekunte et al., 2025. QGIS study supports a spatial analysis ap">
            <a:extLst xmlns:a="http://schemas.openxmlformats.org/drawingml/2006/main">
              <a:ext uri="{FF2B5EF4-FFF2-40B4-BE49-F238E27FC236}">
                <a16:creationId xmlns:a16="http://schemas.microsoft.com/office/drawing/2014/main" id="{92CF5368-AEA3-4DD7-8832-7026D99322B7}"/>
              </a:ext>
            </a:extLst>
          </p:cNvPr>
          <p:cNvSpPr>
            <a:spLocks xmlns:a="http://schemas.openxmlformats.org/drawingml/2006/main" noGrp="1"/>
          </p:cNvSpPr>
          <p:nvPr/>
        </p:nvSpPr>
        <p:spPr>
          <a:xfrm xmlns:a="http://schemas.openxmlformats.org/drawingml/2006/main">
            <a:off x="666750" y="4953000"/>
            <a:ext cx="10810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B2A38"/>
                </a:solidFill>
                <a:latin typeface="Arial"/>
                <a:ea typeface="Arial"/>
                <a:cs typeface="Arial"/>
              </a:defRPr>
            </a:pPr>
            <a:r>
              <a:rPr sz="1650" b="0">
                <a:solidFill>
                  <a:srgbClr val="1B2A38"/>
                </a:solidFill>
                <a:latin typeface="Arial"/>
                <a:ea typeface="Arial"/>
                <a:cs typeface="Arial"/>
              </a:rPr>
              <a:t>Janekunte et al., 2025. QGIS study supports a spatial analysis approach.</a:t>
            </a:r>
          </a:p>
          <a:p xmlns:a="http://schemas.openxmlformats.org/drawingml/2006/main">
            <a:pPr>
              <a:defRPr sz="1650" b="0">
                <a:solidFill>
                  <a:srgbClr val="1B2A38"/>
                </a:solidFill>
                <a:latin typeface="Arial"/>
                <a:ea typeface="Arial"/>
                <a:cs typeface="Arial"/>
              </a:defRPr>
            </a:pPr>
            <a:r>
              <a:rPr sz="1650" b="0">
                <a:solidFill>
                  <a:srgbClr val="1B2A38"/>
                </a:solidFill>
                <a:latin typeface="Arial"/>
                <a:ea typeface="Arial"/>
                <a:cs typeface="Arial"/>
              </a:rPr>
              <a:t>It does not validate Pawlytics or its ward-level risk score.</a:t>
            </a:r>
          </a:p>
        </p:txBody>
      </p:sp>
      <p:sp>
        <p:nvSpPr>
          <p:cNvPr id="17420" name="3. Implementation reference: README and explainable risk engine">
            <a:extLst xmlns:a="http://schemas.openxmlformats.org/drawingml/2006/main">
              <a:ext uri="{FF2B5EF4-FFF2-40B4-BE49-F238E27FC236}">
                <a16:creationId xmlns:a16="http://schemas.microsoft.com/office/drawing/2014/main" id="{6778BDAD-E0B5-4A2F-9B70-F67FA2E3BE5A}"/>
              </a:ext>
            </a:extLst>
          </p:cNvPr>
          <p:cNvSpPr>
            <a:spLocks xmlns:a="http://schemas.openxmlformats.org/drawingml/2006/main" noGrp="1"/>
          </p:cNvSpPr>
          <p:nvPr/>
        </p:nvSpPr>
        <p:spPr>
          <a:xfrm xmlns:a="http://schemas.openxmlformats.org/drawingml/2006/main">
            <a:off x="476250" y="5648325"/>
            <a:ext cx="11239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073BC"/>
                </a:solidFill>
                <a:latin typeface="Arial"/>
                <a:ea typeface="Arial"/>
                <a:cs typeface="Arial"/>
              </a:defRPr>
            </a:pPr>
            <a:r>
              <a:rPr sz="1725" b="1">
                <a:solidFill>
                  <a:srgbClr val="0073BC"/>
                </a:solidFill>
                <a:latin typeface="Arial"/>
                <a:ea typeface="Arial"/>
                <a:cs typeface="Arial"/>
                <a:hlinkClick xmlns:r="http://schemas.openxmlformats.org/officeDocument/2006/relationships" r:id="R82c5de4c355c4ce5"/>
              </a:rPr>
              <a:t>3. Implementation reference: README and explainable risk engine</a:t>
            </a:r>
          </a:p>
        </p:txBody>
      </p:sp>
      <p:sp>
        <p:nvSpPr>
          <p:cNvPr id="17421" name="Live UI captures: 6 September 2026. Technical details and source ">
            <a:extLst xmlns:a="http://schemas.openxmlformats.org/drawingml/2006/main">
              <a:ext uri="{FF2B5EF4-FFF2-40B4-BE49-F238E27FC236}">
                <a16:creationId xmlns:a16="http://schemas.microsoft.com/office/drawing/2014/main" id="{C9ED446C-4417-4103-BEF1-0707656D1B41}"/>
              </a:ext>
            </a:extLst>
          </p:cNvPr>
          <p:cNvSpPr>
            <a:spLocks xmlns:a="http://schemas.openxmlformats.org/drawingml/2006/main" noGrp="1"/>
          </p:cNvSpPr>
          <p:nvPr/>
        </p:nvSpPr>
        <p:spPr>
          <a:xfrm xmlns:a="http://schemas.openxmlformats.org/drawingml/2006/main">
            <a:off x="666750" y="6010275"/>
            <a:ext cx="10810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875"/>
                </a:solidFill>
                <a:latin typeface="Arial"/>
                <a:ea typeface="Arial"/>
                <a:cs typeface="Arial"/>
              </a:defRPr>
            </a:pPr>
            <a:r>
              <a:rPr sz="1200" b="0">
                <a:solidFill>
                  <a:srgbClr val="566875"/>
                </a:solidFill>
                <a:latin typeface="Arial"/>
                <a:ea typeface="Arial"/>
                <a:cs typeface="Arial"/>
              </a:rPr>
              <a:t>Live UI captures: 6 September 2026. Technical details and source code are available through GitHub.</a:t>
            </a:r>
          </a:p>
        </p:txBody>
      </p:sp>
    </p:spTree>
    <p:extLst>
      <p:ext uri="{BB962C8B-B14F-4D97-AF65-F5344CB8AC3E}">
        <p14:creationId xmlns:p14="http://schemas.microsoft.com/office/powerpoint/2010/main" val="3916788613"/>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2026-09-05T21:53:12.5050000Z</dcterms:created>
  <dcterms:modified xsi:type="dcterms:W3CDTF">2026-09-05T21:53:12.5050000Z</dcterms:modified>
</coreProperties>
</file>