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f78badece94cdb" /><Relationship Type="http://schemas.openxmlformats.org/officeDocument/2006/relationships/extended-properties" Target="/docProps/app.xml" Id="R5dca7524db9d41ae" /><Relationship Type="http://schemas.openxmlformats.org/officeDocument/2006/relationships/officeDocument" Target="/ppt/presentation.xml" Id="R7b89feb2ca7c492d" /></Relationships>
</file>

<file path=ppt/presentation.xml><?xml version="1.0" encoding="utf-8"?>
<p:presentation xmlns:p="http://schemas.openxmlformats.org/presentationml/2006/main">
  <p:sldMasterIdLst>
    <p:sldMasterId xmlns:r="http://schemas.openxmlformats.org/officeDocument/2006/relationships" id="2147483648" r:id="R4b4f54a893fb4457"/>
  </p:sldMasterIdLst>
  <p:notesMasterIdLst>
    <p:notesMasterId xmlns:r="http://schemas.openxmlformats.org/officeDocument/2006/relationships" r:id="Re97f7970b5e24134"/>
  </p:notesMasterIdLst>
  <p:sldIdLst>
    <p:sldId xmlns:r="http://schemas.openxmlformats.org/officeDocument/2006/relationships" id="256" r:id="Rf04216138b254d82"/>
    <p:sldId xmlns:r="http://schemas.openxmlformats.org/officeDocument/2006/relationships" id="257" r:id="Raf6d9e56a67d4edc"/>
    <p:sldId xmlns:r="http://schemas.openxmlformats.org/officeDocument/2006/relationships" id="258" r:id="R89afc9f13c614852"/>
    <p:sldId xmlns:r="http://schemas.openxmlformats.org/officeDocument/2006/relationships" id="259" r:id="R1f222bc80bf346be"/>
    <p:sldId xmlns:r="http://schemas.openxmlformats.org/officeDocument/2006/relationships" id="260" r:id="Rfbfcef66e23e453c"/>
    <p:sldId xmlns:r="http://schemas.openxmlformats.org/officeDocument/2006/relationships" id="261" r:id="R5dc040f773f6498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f9b0e5825514518" /><Relationship Type="http://schemas.openxmlformats.org/officeDocument/2006/relationships/slideMaster" Target="/ppt/slideMasters/slideMaster1.xml" Id="R4b4f54a893fb4457" /><Relationship Type="http://schemas.openxmlformats.org/officeDocument/2006/relationships/notesMaster" Target="/ppt/notesMasters/notesMaster1.xml" Id="Re97f7970b5e24134" /><Relationship Type="http://schemas.openxmlformats.org/officeDocument/2006/relationships/presProps" Target="/ppt/presProps.xml" Id="R4aefefc1d6784bff" /><Relationship Type="http://schemas.openxmlformats.org/officeDocument/2006/relationships/viewProps" Target="/ppt/viewProps.xml" Id="Re4950046977b437d" /><Relationship Type="http://schemas.openxmlformats.org/officeDocument/2006/relationships/tableStyles" Target="/ppt/tableStyles.xml" Id="Rf932bf3831694678" /><Relationship Type="http://schemas.openxmlformats.org/officeDocument/2006/relationships/slide" Target="/ppt/slides/slide1.xml" Id="Rf04216138b254d82" /><Relationship Type="http://schemas.openxmlformats.org/officeDocument/2006/relationships/slide" Target="/ppt/slides/slide2.xml" Id="Raf6d9e56a67d4edc" /><Relationship Type="http://schemas.openxmlformats.org/officeDocument/2006/relationships/slide" Target="/ppt/slides/slide3.xml" Id="R89afc9f13c614852" /><Relationship Type="http://schemas.openxmlformats.org/officeDocument/2006/relationships/slide" Target="/ppt/slides/slide4.xml" Id="R1f222bc80bf346be" /><Relationship Type="http://schemas.openxmlformats.org/officeDocument/2006/relationships/slide" Target="/ppt/slides/slide5.xml" Id="Rfbfcef66e23e453c" /><Relationship Type="http://schemas.openxmlformats.org/officeDocument/2006/relationships/slide" Target="/ppt/slides/slide6.xml" Id="R5dc040f773f649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98ab4434a2248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ed250c425d4c2e" /><Relationship Type="http://schemas.openxmlformats.org/officeDocument/2006/relationships/notesMaster" Target="/ppt/notesMasters/notesMaster1.xml" Id="Rb3a7cf9c606e4e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aadf066799f04767" /><Relationship Type="http://schemas.openxmlformats.org/officeDocument/2006/relationships/notesMaster" Target="/ppt/notesMasters/notesMaster1.xml" Id="R53091674f9bf4f3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d670bdf3da4103" /><Relationship Type="http://schemas.openxmlformats.org/officeDocument/2006/relationships/notesMaster" Target="/ppt/notesMasters/notesMaster1.xml" Id="Rb648ff7674914165" /></Relationships>
</file>

<file path=ppt/notesSlides/_rels/notesSlide4.xml.rels>&#65279;<?xml version="1.0" encoding="utf-8"?><Relationships xmlns="http://schemas.openxmlformats.org/package/2006/relationships"><Relationship Type="http://schemas.openxmlformats.org/officeDocument/2006/relationships/slide" Target="/ppt/slides/slide4.xml" Id="R15c799c7f2b94921" /><Relationship Type="http://schemas.openxmlformats.org/officeDocument/2006/relationships/notesMaster" Target="/ppt/notesMasters/notesMaster1.xml" Id="Rd388a0c3337f44eb"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c665ef8d24444c" /><Relationship Type="http://schemas.openxmlformats.org/officeDocument/2006/relationships/notesMaster" Target="/ppt/notesMasters/notesMaster1.xml" Id="R07bed54b458f4430" /></Relationships>
</file>

<file path=ppt/notesSlides/_rels/notesSlide6.xml.rels>&#65279;<?xml version="1.0" encoding="utf-8"?><Relationships xmlns="http://schemas.openxmlformats.org/package/2006/relationships"><Relationship Type="http://schemas.openxmlformats.org/officeDocument/2006/relationships/slide" Target="/ppt/slides/slide6.xml" Id="R75a5b4e2de4643d3" /><Relationship Type="http://schemas.openxmlformats.org/officeDocument/2006/relationships/notesMaster" Target="/ppt/notesMasters/notesMaster1.xml" Id="R2b6986655a024d4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title: Student/Open Innovation. Theme: disaster management. Registered team name: Team Pawlytics. These fields supplied by the user. Team ID deliberately blank per user request. PS ID 26206 retained from original project deck. Software category reflects the web application. Original SIH template artwork and title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Verified project: https://github.com/UjjvxL/new_pawlytics. Sources: README.md; src/App.tsx groupHotspots and routeRisk; functions/src/index.ts verification pipeline; functions/src/report-policy.ts. Voice uses browser Web Speech. Location/capture metadata is checked with Gemini image/report analysis. Eligible AI cases can publish provisionally; uncertain cases require human review. 250 m zones are design heuristics, not validated attack-probability estimates. Innovation is a design contribution, not a patent novelty claim.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Architecture grounded in https://github.com/UjjvxL/new_pawlytics README, src/firebase.ts, src/App.tsx, functions/src/index.ts and report-policy.ts. Figure is a logical processing sequence, not a claim of a single synchronous request. Firebase callable functions enforce upload/report stages, queue/trigger processing, Gemini response triage, provisional publicSightings and human review. Routing reads active public sightings. Source evidence remains private under Firestore/Storage rules. The Gemini key is server-side. All six boxes and connecting arrows remain editable in PowerPoint.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Implemented capabilities from https://github.com/UjjvxL/new_pawlytics README and functions/src/index.ts. Risk controls include triageReport, review cases, report expiry, rate limiting, duplicate detection, model fallback and recoverStalledReports. External controls and release requirements remain in docs/PRODUCTION_HARDENING.md. No deployment cost, outcome improvement, field accuracy or production-readiness certification is asserted. Pilot gates are proposed.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Screenshot from https://pawlytics-506516.web.app/demo/authority, captured during this session. Source: src/DemoAuthorityPortal.tsx and src/demoAuthorityData.ts. All displayed scale figures, percentages, AI confidence labels, activity, coverage and response times are simulated, not government data or measured product performance. Target benefits: awareness/access to care for citizens, better coordination for authorities and humane response for animal welfare. Suggested pilot measures: verification turnaround, route-ranking error, data coverage and response closure.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Correct project and user-specified links: https://github.com/UjjvxL/new_pawlytics ; https://pawlytics-506516.web.app/. Research sources: https://www.pib.gov.in/PressReleasePage.aspx?PRID=2146821 ; https://pmc.ncbi.nlm.nih.gov/articles/PMC12533994/. Watch screenshot: https://pawlytics-506516.web.app/demo/watch ; source src/WatchDemo.tsx. This is a web UI concept with simulated risk values and interactions, not an independently shipped native watch application or live verified warning system. Original SIH template preserved. All six required sections fit six slides. Team ID intentionally blank.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e1615a093b54ec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d7182d738f44e0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79b5e0fe7cc44e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8319d07595a4b6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ee926f25d29461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b85e4091656496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102e2d72c0e453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4999408aefa4ed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cd581a948c84d2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5971680f72ca43c8"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07c54c1553e477e"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9D3D1FF-6DCC-4EAA-9C61-1A027A6F7155}"/>
              </a:ext>
            </a:extLst>
          </p:cNvPr>
          <p:cNvSpPr>
            <a:spLocks xmlns:a="http://schemas.openxmlformats.org/drawingml/2006/main" noGrp="1"/>
          </p:cNvSpPr>
          <p:nvPr>
            <p:ph type="ctrTitle" idx="0"/>
          </p:nvPr>
        </p:nvSpPr>
        <p:spPr>
          <a:xfrm xmlns:a="http://schemas.openxmlformats.org/drawingml/2006/main">
            <a:off x="914400" y="2130428"/>
            <a:ext cx="103632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DE4923B5-1BFB-493D-BC6F-32B680F676D0}"/>
              </a:ext>
            </a:extLst>
          </p:cNvPr>
          <p:cNvSpPr>
            <a:spLocks xmlns:a="http://schemas.openxmlformats.org/drawingml/2006/main" noGrp="1"/>
          </p:cNvSpPr>
          <p:nvPr>
            <p:ph type="subTitle" idx="1"/>
          </p:nvPr>
        </p:nvSpPr>
        <p:spPr>
          <a:xfrm xmlns:a="http://schemas.openxmlformats.org/drawingml/2006/main">
            <a:off x="1828800" y="3886200"/>
            <a:ext cx="85344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F3131DB8-2522-4400-97A4-07C4C302D21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60792E3-D524-454C-8AFD-A91972900BCB}" type="datetime1">
              <a:t>6/2/2026</a:t>
            </a:fld>
            <a:endParaRPr/>
          </a:p>
        </p:txBody>
      </p:sp>
      <p:sp>
        <p:nvSpPr>
          <p:cNvPr id="5" name="Footer Placeholder 4">
            <a:extLst xmlns:a="http://schemas.openxmlformats.org/drawingml/2006/main">
              <a:ext uri="{FF2B5EF4-FFF2-40B4-BE49-F238E27FC236}">
                <a16:creationId xmlns:a16="http://schemas.microsoft.com/office/drawing/2014/main" id="{69F7D82E-9635-4C52-A7B7-FEFD7A7F1C0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3BB4448E-EA37-453E-B52B-75F640C2292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5B7E1BAA-A38D-40DE-B22C-DF9BD7D8205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3372EB5-4EB1-49E5-9EC1-4CD8A1B8882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4FA1F40-4DE5-4C41-A667-D735E7DCD10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B9D7DFE-6A78-4CD8-8820-52E7D0E00F8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708B7524-32A2-4C20-A58C-BC3BAA1042FC}" type="datetime1">
              <a:t>6/2/2026</a:t>
            </a:fld>
            <a:endParaRPr/>
          </a:p>
        </p:txBody>
      </p:sp>
      <p:sp>
        <p:nvSpPr>
          <p:cNvPr id="5" name="Footer Placeholder 4">
            <a:extLst xmlns:a="http://schemas.openxmlformats.org/drawingml/2006/main">
              <a:ext uri="{FF2B5EF4-FFF2-40B4-BE49-F238E27FC236}">
                <a16:creationId xmlns:a16="http://schemas.microsoft.com/office/drawing/2014/main" id="{717388F0-8A86-425C-895E-E32F81CC1BC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BD186741-0C58-4781-96C3-031C9F0295A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77C3CE7-23F7-4828-823C-E0205DF2CF97}"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F867C9C-8659-40D5-988F-147E8162F656}"/>
              </a:ext>
            </a:extLst>
          </p:cNvPr>
          <p:cNvSpPr>
            <a:spLocks xmlns:a="http://schemas.openxmlformats.org/drawingml/2006/main" noGrp="1"/>
          </p:cNvSpPr>
          <p:nvPr>
            <p:ph type="title" idx="0"/>
          </p:nvPr>
        </p:nvSpPr>
        <p:spPr>
          <a:xfrm xmlns:a="http://schemas.openxmlformats.org/drawingml/2006/main">
            <a:off x="963084" y="4406903"/>
            <a:ext cx="103632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873572E-518D-47B3-813C-8F9BBF242B80}"/>
              </a:ext>
            </a:extLst>
          </p:cNvPr>
          <p:cNvSpPr>
            <a:spLocks xmlns:a="http://schemas.openxmlformats.org/drawingml/2006/main" noGrp="1"/>
          </p:cNvSpPr>
          <p:nvPr>
            <p:ph type="body" idx="1"/>
          </p:nvPr>
        </p:nvSpPr>
        <p:spPr>
          <a:xfrm xmlns:a="http://schemas.openxmlformats.org/drawingml/2006/main">
            <a:off x="963084" y="2906713"/>
            <a:ext cx="103632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2B906029-5CB0-4954-99BF-F18C52B7145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1E994447-D6B2-43BB-A877-57F1A267B999}" type="datetime1">
              <a:t>6/2/2026</a:t>
            </a:fld>
            <a:endParaRPr/>
          </a:p>
        </p:txBody>
      </p:sp>
      <p:sp>
        <p:nvSpPr>
          <p:cNvPr id="5" name="Footer Placeholder 4">
            <a:extLst xmlns:a="http://schemas.openxmlformats.org/drawingml/2006/main">
              <a:ext uri="{FF2B5EF4-FFF2-40B4-BE49-F238E27FC236}">
                <a16:creationId xmlns:a16="http://schemas.microsoft.com/office/drawing/2014/main" id="{0D7A41C8-49FD-4A8A-BEA1-93267BE363C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9C266A28-6771-4014-86D5-7C65E0FC20C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41DB31D2-2A87-4F4C-A9AD-05C6CC2B321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02C57C1-252B-439C-80CB-620ECD6FD27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7C7D3622-971D-4066-BC0E-EC0E52500FA9}"/>
              </a:ext>
            </a:extLst>
          </p:cNvPr>
          <p:cNvSpPr>
            <a:spLocks xmlns:a="http://schemas.openxmlformats.org/drawingml/2006/main" noGrp="1"/>
          </p:cNvSpPr>
          <p:nvPr>
            <p:ph idx="1"/>
          </p:nvPr>
        </p:nvSpPr>
        <p:spPr>
          <a:xfrm xmlns:a="http://schemas.openxmlformats.org/drawingml/2006/main">
            <a:off x="609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43748890-6685-41A1-9F54-E71DAC943204}"/>
              </a:ext>
            </a:extLst>
          </p:cNvPr>
          <p:cNvSpPr>
            <a:spLocks xmlns:a="http://schemas.openxmlformats.org/drawingml/2006/main" noGrp="1"/>
          </p:cNvSpPr>
          <p:nvPr>
            <p:ph idx="2"/>
          </p:nvPr>
        </p:nvSpPr>
        <p:spPr>
          <a:xfrm xmlns:a="http://schemas.openxmlformats.org/drawingml/2006/main">
            <a:off x="6197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8A9F2DBE-084B-463F-94F9-C52FBA7718F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68920E16-BD35-483C-AA6B-346FC7E46DEA}" type="datetime1">
              <a:t>6/2/2026</a:t>
            </a:fld>
            <a:endParaRPr/>
          </a:p>
        </p:txBody>
      </p:sp>
      <p:sp>
        <p:nvSpPr>
          <p:cNvPr id="6" name="Footer Placeholder 4">
            <a:extLst xmlns:a="http://schemas.openxmlformats.org/drawingml/2006/main">
              <a:ext uri="{FF2B5EF4-FFF2-40B4-BE49-F238E27FC236}">
                <a16:creationId xmlns:a16="http://schemas.microsoft.com/office/drawing/2014/main" id="{8080FCA3-925C-45EC-9947-0433AC3F2ED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7C7B62C3-7A43-45C3-B437-08F6A14BC49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E1FC16D9-1635-4844-816A-0A8A2160FAD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3777A7E-6F31-4248-B13D-63A2DC46CD0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CF824CB-8158-4B93-84FF-03A17912CD6F}"/>
              </a:ext>
            </a:extLst>
          </p:cNvPr>
          <p:cNvSpPr>
            <a:spLocks xmlns:a="http://schemas.openxmlformats.org/drawingml/2006/main" noGrp="1"/>
          </p:cNvSpPr>
          <p:nvPr>
            <p:ph type="body" idx="1"/>
          </p:nvPr>
        </p:nvSpPr>
        <p:spPr>
          <a:xfrm xmlns:a="http://schemas.openxmlformats.org/drawingml/2006/main">
            <a:off x="609600" y="1535113"/>
            <a:ext cx="5386917"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DF5FCAC4-C499-4756-8360-A49CBCDA5642}"/>
              </a:ext>
            </a:extLst>
          </p:cNvPr>
          <p:cNvSpPr>
            <a:spLocks xmlns:a="http://schemas.openxmlformats.org/drawingml/2006/main" noGrp="1"/>
          </p:cNvSpPr>
          <p:nvPr>
            <p:ph idx="2"/>
          </p:nvPr>
        </p:nvSpPr>
        <p:spPr>
          <a:xfrm xmlns:a="http://schemas.openxmlformats.org/drawingml/2006/main">
            <a:off x="609600" y="2174875"/>
            <a:ext cx="5386917"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EF1F2C69-F761-41C1-94FE-BC12BB12A58B}"/>
              </a:ext>
            </a:extLst>
          </p:cNvPr>
          <p:cNvSpPr>
            <a:spLocks xmlns:a="http://schemas.openxmlformats.org/drawingml/2006/main" noGrp="1"/>
          </p:cNvSpPr>
          <p:nvPr>
            <p:ph type="body" idx="3"/>
          </p:nvPr>
        </p:nvSpPr>
        <p:spPr>
          <a:xfrm xmlns:a="http://schemas.openxmlformats.org/drawingml/2006/main">
            <a:off x="6193369" y="1535113"/>
            <a:ext cx="5389033"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49206AE5-4664-45C6-92E1-EC06493EA031}"/>
              </a:ext>
            </a:extLst>
          </p:cNvPr>
          <p:cNvSpPr>
            <a:spLocks xmlns:a="http://schemas.openxmlformats.org/drawingml/2006/main" noGrp="1"/>
          </p:cNvSpPr>
          <p:nvPr>
            <p:ph idx="4"/>
          </p:nvPr>
        </p:nvSpPr>
        <p:spPr>
          <a:xfrm xmlns:a="http://schemas.openxmlformats.org/drawingml/2006/main">
            <a:off x="6193369" y="2174875"/>
            <a:ext cx="5389033"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3">
            <a:extLst xmlns:a="http://schemas.openxmlformats.org/drawingml/2006/main">
              <a:ext uri="{FF2B5EF4-FFF2-40B4-BE49-F238E27FC236}">
                <a16:creationId xmlns:a16="http://schemas.microsoft.com/office/drawing/2014/main" id="{33D6FE61-A8D1-474E-B96C-D69A634B9FE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EAC6F8-5103-4FC0-A69E-5C6AE6469DA8}" type="datetime1">
              <a:t>6/2/2026</a:t>
            </a:fld>
            <a:endParaRPr/>
          </a:p>
        </p:txBody>
      </p:sp>
      <p:sp>
        <p:nvSpPr>
          <p:cNvPr id="8" name="Footer Placeholder 4">
            <a:extLst xmlns:a="http://schemas.openxmlformats.org/drawingml/2006/main">
              <a:ext uri="{FF2B5EF4-FFF2-40B4-BE49-F238E27FC236}">
                <a16:creationId xmlns:a16="http://schemas.microsoft.com/office/drawing/2014/main" id="{B19A44D0-C274-4794-8C2B-BF18C52D001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9" name="Slide Number Placeholder 5">
            <a:extLst xmlns:a="http://schemas.openxmlformats.org/drawingml/2006/main">
              <a:ext uri="{FF2B5EF4-FFF2-40B4-BE49-F238E27FC236}">
                <a16:creationId xmlns:a16="http://schemas.microsoft.com/office/drawing/2014/main" id="{EB082179-F601-4EA3-A3DA-59880D39832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71C4100A-98DE-4944-910A-A93F5CA9F72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C0BFEC8-2FFF-4721-A935-664E0F88838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3">
            <a:extLst xmlns:a="http://schemas.openxmlformats.org/drawingml/2006/main">
              <a:ext uri="{FF2B5EF4-FFF2-40B4-BE49-F238E27FC236}">
                <a16:creationId xmlns:a16="http://schemas.microsoft.com/office/drawing/2014/main" id="{1C733A04-CFF2-4056-AD0D-142589A637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60C6921-0627-4C8F-83D5-0CF936D2FFDD}" type="datetime1">
              <a:t>6/2/2026</a:t>
            </a:fld>
            <a:endParaRPr/>
          </a:p>
        </p:txBody>
      </p:sp>
      <p:sp>
        <p:nvSpPr>
          <p:cNvPr id="4" name="Footer Placeholder 4">
            <a:extLst xmlns:a="http://schemas.openxmlformats.org/drawingml/2006/main">
              <a:ext uri="{FF2B5EF4-FFF2-40B4-BE49-F238E27FC236}">
                <a16:creationId xmlns:a16="http://schemas.microsoft.com/office/drawing/2014/main" id="{5D8B3534-2527-40E3-B11D-90F79D28965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5" name="Slide Number Placeholder 5">
            <a:extLst xmlns:a="http://schemas.openxmlformats.org/drawingml/2006/main">
              <a:ext uri="{FF2B5EF4-FFF2-40B4-BE49-F238E27FC236}">
                <a16:creationId xmlns:a16="http://schemas.microsoft.com/office/drawing/2014/main" id="{59311EDE-44DD-4A0A-AC00-2967EE8B32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A63342B-5A73-45DC-864D-086DE78037E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C010F926-7B9D-40CA-9A92-87265BE3AAC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F08AD7-8103-40F8-983C-E2BA6BB9CBE0}" type="datetime1">
              <a:t>6/2/2026</a:t>
            </a:fld>
            <a:endParaRPr/>
          </a:p>
        </p:txBody>
      </p:sp>
      <p:sp>
        <p:nvSpPr>
          <p:cNvPr id="3" name="Footer Placeholder 4">
            <a:extLst xmlns:a="http://schemas.openxmlformats.org/drawingml/2006/main">
              <a:ext uri="{FF2B5EF4-FFF2-40B4-BE49-F238E27FC236}">
                <a16:creationId xmlns:a16="http://schemas.microsoft.com/office/drawing/2014/main" id="{EB0626DC-319D-46EB-BF15-4F3226BB7A1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4" name="Slide Number Placeholder 5">
            <a:extLst xmlns:a="http://schemas.openxmlformats.org/drawingml/2006/main">
              <a:ext uri="{FF2B5EF4-FFF2-40B4-BE49-F238E27FC236}">
                <a16:creationId xmlns:a16="http://schemas.microsoft.com/office/drawing/2014/main" id="{36C82DF1-C9C8-4088-AEFA-A308BA4B734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B635AFB3-1ACD-44AC-8702-86B1729DF03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43A2EE-8A81-4725-8068-58C475E31EF8}"/>
              </a:ext>
            </a:extLst>
          </p:cNvPr>
          <p:cNvSpPr>
            <a:spLocks xmlns:a="http://schemas.openxmlformats.org/drawingml/2006/main" noGrp="1"/>
          </p:cNvSpPr>
          <p:nvPr>
            <p:ph type="title" idx="0"/>
          </p:nvPr>
        </p:nvSpPr>
        <p:spPr>
          <a:xfrm xmlns:a="http://schemas.openxmlformats.org/drawingml/2006/main">
            <a:off x="609602" y="273050"/>
            <a:ext cx="4011084"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E90DA78D-088D-4B7E-86CA-54100E3E4C93}"/>
              </a:ext>
            </a:extLst>
          </p:cNvPr>
          <p:cNvSpPr>
            <a:spLocks xmlns:a="http://schemas.openxmlformats.org/drawingml/2006/main" noGrp="1"/>
          </p:cNvSpPr>
          <p:nvPr>
            <p:ph idx="1"/>
          </p:nvPr>
        </p:nvSpPr>
        <p:spPr>
          <a:xfrm xmlns:a="http://schemas.openxmlformats.org/drawingml/2006/main">
            <a:off x="4766733" y="273053"/>
            <a:ext cx="6815667"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A8CF3266-00D3-4732-983E-B305A0942296}"/>
              </a:ext>
            </a:extLst>
          </p:cNvPr>
          <p:cNvSpPr>
            <a:spLocks xmlns:a="http://schemas.openxmlformats.org/drawingml/2006/main" noGrp="1"/>
          </p:cNvSpPr>
          <p:nvPr>
            <p:ph type="body" idx="2"/>
          </p:nvPr>
        </p:nvSpPr>
        <p:spPr>
          <a:xfrm xmlns:a="http://schemas.openxmlformats.org/drawingml/2006/main">
            <a:off x="609602" y="1435103"/>
            <a:ext cx="4011084"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F3E943A6-33C0-4B57-AE0B-AD8AFAC43F9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DF8C06B4-9380-4A4D-AF49-A3596E17DAF5}" type="datetime1">
              <a:t>6/2/2026</a:t>
            </a:fld>
            <a:endParaRPr/>
          </a:p>
        </p:txBody>
      </p:sp>
      <p:sp>
        <p:nvSpPr>
          <p:cNvPr id="6" name="Footer Placeholder 4">
            <a:extLst xmlns:a="http://schemas.openxmlformats.org/drawingml/2006/main">
              <a:ext uri="{FF2B5EF4-FFF2-40B4-BE49-F238E27FC236}">
                <a16:creationId xmlns:a16="http://schemas.microsoft.com/office/drawing/2014/main" id="{B5762CF3-B820-489C-B91E-9697B9FBFFA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96704EC0-75B5-4FF4-8700-B8EBB531DCF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05CF15F3-5E77-4C57-9E21-50D6D1D6C02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502911E-F594-4E0C-A509-9AF8189AC47B}"/>
              </a:ext>
            </a:extLst>
          </p:cNvPr>
          <p:cNvSpPr>
            <a:spLocks xmlns:a="http://schemas.openxmlformats.org/drawingml/2006/main" noGrp="1"/>
          </p:cNvSpPr>
          <p:nvPr>
            <p:ph type="title" idx="0"/>
          </p:nvPr>
        </p:nvSpPr>
        <p:spPr>
          <a:xfrm xmlns:a="http://schemas.openxmlformats.org/drawingml/2006/main">
            <a:off x="2389717" y="4800600"/>
            <a:ext cx="73152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F1484A62-629E-474A-A1BA-57489626D464}"/>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5838DC4B-CF25-44B8-A10C-5991DF504059}"/>
              </a:ext>
            </a:extLst>
          </p:cNvPr>
          <p:cNvSpPr>
            <a:spLocks xmlns:a="http://schemas.openxmlformats.org/drawingml/2006/main" noGrp="1"/>
          </p:cNvSpPr>
          <p:nvPr>
            <p:ph type="body" idx="2"/>
          </p:nvPr>
        </p:nvSpPr>
        <p:spPr>
          <a:xfrm xmlns:a="http://schemas.openxmlformats.org/drawingml/2006/main">
            <a:off x="2389717" y="5367338"/>
            <a:ext cx="73152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38DB7616-7959-44F9-8AEC-3BF6CF034F8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F7FDEF1-C582-4E22-9E77-D68326471F28}" type="datetime1">
              <a:t>6/2/2026</a:t>
            </a:fld>
            <a:endParaRPr/>
          </a:p>
        </p:txBody>
      </p:sp>
      <p:sp>
        <p:nvSpPr>
          <p:cNvPr id="6" name="Footer Placeholder 4">
            <a:extLst xmlns:a="http://schemas.openxmlformats.org/drawingml/2006/main">
              <a:ext uri="{FF2B5EF4-FFF2-40B4-BE49-F238E27FC236}">
                <a16:creationId xmlns:a16="http://schemas.microsoft.com/office/drawing/2014/main" id="{27D5314B-6D67-41AF-81CA-FF081E40704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F714C592-F345-4086-8568-68D282A00AA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1242169A-B3C7-4FB6-967F-AF95F4EB331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2A0223B-7542-484D-A20F-19766126FEE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36F89C33-C40A-4829-B31D-E67A8B2864BB}"/>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9D71231-123E-4373-A2B1-3885D3A79C9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053C3A68-6922-42D3-8905-ECC2D82A3469}" type="datetime1">
              <a:t>6/2/2026</a:t>
            </a:fld>
            <a:endParaRPr/>
          </a:p>
        </p:txBody>
      </p:sp>
      <p:sp>
        <p:nvSpPr>
          <p:cNvPr id="5" name="Footer Placeholder 4">
            <a:extLst xmlns:a="http://schemas.openxmlformats.org/drawingml/2006/main">
              <a:ext uri="{FF2B5EF4-FFF2-40B4-BE49-F238E27FC236}">
                <a16:creationId xmlns:a16="http://schemas.microsoft.com/office/drawing/2014/main" id="{97AB69CD-C5FE-4F5A-9188-31342A696BA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ADEBE76A-7162-41CE-82CF-87BBF1D03FF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94FDD027-5576-4F27-AAB6-1D994836EE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F2B4FE93-191A-4BFA-9FA1-709310C63D3B}"/>
              </a:ext>
            </a:extLst>
          </p:cNvPr>
          <p:cNvSpPr>
            <a:spLocks xmlns:a="http://schemas.openxmlformats.org/drawingml/2006/main" noGrp="1"/>
          </p:cNvSpPr>
          <p:nvPr>
            <p:ph type="title" idx="0"/>
          </p:nvPr>
        </p:nvSpPr>
        <p:spPr>
          <a:xfrm xmlns:a="http://schemas.openxmlformats.org/drawingml/2006/main">
            <a:off x="8839200" y="274641"/>
            <a:ext cx="27432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F4A989B2-42B0-4873-A342-51464F0D23E2}"/>
              </a:ext>
            </a:extLst>
          </p:cNvPr>
          <p:cNvSpPr>
            <a:spLocks xmlns:a="http://schemas.openxmlformats.org/drawingml/2006/main" noGrp="1"/>
          </p:cNvSpPr>
          <p:nvPr>
            <p:ph type="body" idx="1"/>
          </p:nvPr>
        </p:nvSpPr>
        <p:spPr>
          <a:xfrm xmlns:a="http://schemas.openxmlformats.org/drawingml/2006/main">
            <a:off x="609600" y="274641"/>
            <a:ext cx="80264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8726A024-7048-43F2-8566-876301F0BCA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B69E9F4-7604-4950-A8B2-8ACDEDB1506E}" type="datetime1">
              <a:t>6/2/2026</a:t>
            </a:fld>
            <a:endParaRPr/>
          </a:p>
        </p:txBody>
      </p:sp>
      <p:sp>
        <p:nvSpPr>
          <p:cNvPr id="5" name="Footer Placeholder 4">
            <a:extLst xmlns:a="http://schemas.openxmlformats.org/drawingml/2006/main">
              <a:ext uri="{FF2B5EF4-FFF2-40B4-BE49-F238E27FC236}">
                <a16:creationId xmlns:a16="http://schemas.microsoft.com/office/drawing/2014/main" id="{42345466-75A5-4913-8262-7855ACE2A91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F0390067-31FF-4410-B56A-7AEC07A8DD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2957CE61-8714-431B-A40A-01B1C5541AB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db7fc63c5647bc" /><Relationship Type="http://schemas.openxmlformats.org/officeDocument/2006/relationships/slideLayout" Target="/ppt/slideLayouts/slideLayout1.xml" Id="R2add304020e84bcc" /><Relationship Type="http://schemas.openxmlformats.org/officeDocument/2006/relationships/slideLayout" Target="/ppt/slideLayouts/slideLayout2.xml" Id="R7e952f2a9f074b70" /><Relationship Type="http://schemas.openxmlformats.org/officeDocument/2006/relationships/slideLayout" Target="/ppt/slideLayouts/slideLayout3.xml" Id="Rab92f67300174829" /><Relationship Type="http://schemas.openxmlformats.org/officeDocument/2006/relationships/slideLayout" Target="/ppt/slideLayouts/slideLayout4.xml" Id="Rb1b0fc7e5c994b74" /><Relationship Type="http://schemas.openxmlformats.org/officeDocument/2006/relationships/slideLayout" Target="/ppt/slideLayouts/slideLayout5.xml" Id="R35b8ef5fd487466e" /><Relationship Type="http://schemas.openxmlformats.org/officeDocument/2006/relationships/slideLayout" Target="/ppt/slideLayouts/slideLayout6.xml" Id="R3fcbb1c2f23c4f44" /><Relationship Type="http://schemas.openxmlformats.org/officeDocument/2006/relationships/slideLayout" Target="/ppt/slideLayouts/slideLayout7.xml" Id="Rbf0d6d4486af45aa" /><Relationship Type="http://schemas.openxmlformats.org/officeDocument/2006/relationships/slideLayout" Target="/ppt/slideLayouts/slideLayout8.xml" Id="R14e097a25122405e" /><Relationship Type="http://schemas.openxmlformats.org/officeDocument/2006/relationships/slideLayout" Target="/ppt/slideLayouts/slideLayout9.xml" Id="Rbf6d81a9277b4e38" /><Relationship Type="http://schemas.openxmlformats.org/officeDocument/2006/relationships/slideLayout" Target="/ppt/slideLayouts/slideLayout10.xml" Id="R86d0046ccdcc4029" /><Relationship Type="http://schemas.openxmlformats.org/officeDocument/2006/relationships/slideLayout" Target="/ppt/slideLayouts/slideLayout11.xml" Id="R0c2d18239ec347c4"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06598BD3-29AD-4026-9E7E-BF3874ABBD2B}"/>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7" name="Text Placeholder 2">
            <a:extLst xmlns:a="http://schemas.openxmlformats.org/drawingml/2006/main">
              <a:ext uri="{FF2B5EF4-FFF2-40B4-BE49-F238E27FC236}">
                <a16:creationId xmlns:a16="http://schemas.microsoft.com/office/drawing/2014/main" id="{DDB6D37D-3E4C-4E39-B2A0-0453C610E6AF}"/>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27948A89-2ADE-4DEA-9C8F-E3E9DF40A120}"/>
              </a:ext>
            </a:extLst>
          </p:cNvPr>
          <p:cNvSpPr>
            <a:spLocks xmlns:a="http://schemas.openxmlformats.org/drawingml/2006/main" noGrp="1"/>
          </p:cNvSpPr>
          <p:nvPr>
            <p:ph type="dt" idx="2"/>
          </p:nvPr>
        </p:nvSpPr>
        <p:spPr>
          <a:xfrm xmlns:a="http://schemas.openxmlformats.org/drawingml/2006/main">
            <a:off x="609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TradeGothic"/>
                <a:ea typeface="TradeGothic"/>
                <a:cs typeface="TradeGothic"/>
              </a:defRPr>
            </a:lvl1pPr>
          </a:lstStyle>
          <a:p xmlns:a="http://schemas.openxmlformats.org/drawingml/2006/main">
            <a:fld id="{780A9602-A9A9-453F-AEF1-37B5837E02CD}" type="datetime1">
              <a:t>6/2/2026</a:t>
            </a:fld>
            <a:endParaRPr/>
          </a:p>
        </p:txBody>
      </p:sp>
      <p:sp>
        <p:nvSpPr>
          <p:cNvPr id="5" name="Footer Placeholder 4">
            <a:extLst xmlns:a="http://schemas.openxmlformats.org/drawingml/2006/main">
              <a:ext uri="{FF2B5EF4-FFF2-40B4-BE49-F238E27FC236}">
                <a16:creationId xmlns:a16="http://schemas.microsoft.com/office/drawing/2014/main" id="{515DF5B0-3612-46BC-B08F-EE74B77952D5}"/>
              </a:ext>
            </a:extLst>
          </p:cNvPr>
          <p:cNvSpPr>
            <a:spLocks xmlns:a="http://schemas.openxmlformats.org/drawingml/2006/main" noGrp="1"/>
          </p:cNvSpPr>
          <p:nvPr>
            <p:ph type="ftr" idx="3"/>
          </p:nvPr>
        </p:nvSpPr>
        <p:spPr>
          <a:xfrm xmlns:a="http://schemas.openxmlformats.org/drawingml/2006/main">
            <a:off x="4165600" y="6356353"/>
            <a:ext cx="3860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TradeGothic"/>
                <a:ea typeface="TradeGothic"/>
                <a:cs typeface="TradeGothic"/>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208D7A36-CA5F-4825-B065-FB42F27475DA}"/>
              </a:ext>
            </a:extLst>
          </p:cNvPr>
          <p:cNvSpPr>
            <a:spLocks xmlns:a="http://schemas.openxmlformats.org/drawingml/2006/main" noGrp="1"/>
          </p:cNvSpPr>
          <p:nvPr>
            <p:ph type="sldNum" idx="4"/>
          </p:nvPr>
        </p:nvSpPr>
        <p:spPr>
          <a:xfrm xmlns:a="http://schemas.openxmlformats.org/drawingml/2006/main">
            <a:off x="8737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TradeGothic"/>
                <a:ea typeface="TradeGothic"/>
                <a:cs typeface="TradeGothic"/>
              </a:defRPr>
            </a:lvl1pPr>
          </a:lstStyle>
          <a:p xmlns:a="http://schemas.openxmlformats.org/drawingml/2006/main">
            <a:fld id="{1411BA53-830D-4830-BB65-E58DBE17D0B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dd304020e84bcc"/>
    <p:sldLayoutId xmlns:r="http://schemas.openxmlformats.org/officeDocument/2006/relationships" id="2147483650" r:id="R7e952f2a9f074b70"/>
    <p:sldLayoutId xmlns:r="http://schemas.openxmlformats.org/officeDocument/2006/relationships" id="2147483651" r:id="Rab92f67300174829"/>
    <p:sldLayoutId xmlns:r="http://schemas.openxmlformats.org/officeDocument/2006/relationships" id="2147483652" r:id="Rb1b0fc7e5c994b74"/>
    <p:sldLayoutId xmlns:r="http://schemas.openxmlformats.org/officeDocument/2006/relationships" id="2147483653" r:id="R35b8ef5fd487466e"/>
    <p:sldLayoutId xmlns:r="http://schemas.openxmlformats.org/officeDocument/2006/relationships" id="2147483654" r:id="R3fcbb1c2f23c4f44"/>
    <p:sldLayoutId xmlns:r="http://schemas.openxmlformats.org/officeDocument/2006/relationships" id="2147483655" r:id="Rbf0d6d4486af45aa"/>
    <p:sldLayoutId xmlns:r="http://schemas.openxmlformats.org/officeDocument/2006/relationships" id="2147483656" r:id="R14e097a25122405e"/>
    <p:sldLayoutId xmlns:r="http://schemas.openxmlformats.org/officeDocument/2006/relationships" id="2147483657" r:id="Rbf6d81a9277b4e38"/>
    <p:sldLayoutId xmlns:r="http://schemas.openxmlformats.org/officeDocument/2006/relationships" id="2147483658" r:id="R86d0046ccdcc4029"/>
    <p:sldLayoutId xmlns:r="http://schemas.openxmlformats.org/officeDocument/2006/relationships" id="2147483659" r:id="R0c2d18239ec347c4"/>
  </p:sldLayoutIdLst>
  <p:hf hdr="0" dt="0"/>
  <p:txStyles>
    <p:titleStyle>
      <a:lvl1pPr xmlns:a="http://schemas.openxmlformats.org/drawingml/2006/main" algn="ctr" defTabSz="457200">
        <a:spcBef>
          <a:spcPct val="0"/>
        </a:spcBef>
        <a:spcAft>
          <a:spcPct val="0"/>
        </a:spcAft>
        <a:buNone/>
        <a:defRPr sz="4400" kern="1200">
          <a:solidFill>
            <a:schemeClr val="tx1"/>
          </a:solidFill>
          <a:latin typeface="TradeGothic"/>
          <a:ea typeface="TradeGothic"/>
          <a:cs typeface="TradeGothic"/>
        </a:defRPr>
      </a:lvl1pPr>
      <a:lvl2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2pPr>
      <a:lvl3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3pPr>
      <a:lvl4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4pPr>
      <a:lvl5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5pPr>
      <a:lvl6pPr xmlns:a="http://schemas.openxmlformats.org/drawingml/2006/main" marL="457200" algn="ctr" defTabSz="457200">
        <a:spcBef>
          <a:spcPct val="0"/>
        </a:spcBef>
        <a:spcAft>
          <a:spcPct val="0"/>
        </a:spcAft>
        <a:buNone/>
        <a:defRPr sz="4400">
          <a:solidFill>
            <a:schemeClr val="tx1"/>
          </a:solidFill>
          <a:latin typeface="TradeGothic"/>
          <a:ea typeface="TradeGothic"/>
          <a:cs typeface="TradeGothic"/>
        </a:defRPr>
      </a:lvl6pPr>
      <a:lvl7pPr xmlns:a="http://schemas.openxmlformats.org/drawingml/2006/main" marL="914400" algn="ctr" defTabSz="457200">
        <a:spcBef>
          <a:spcPct val="0"/>
        </a:spcBef>
        <a:spcAft>
          <a:spcPct val="0"/>
        </a:spcAft>
        <a:buNone/>
        <a:defRPr sz="4400">
          <a:solidFill>
            <a:schemeClr val="tx1"/>
          </a:solidFill>
          <a:latin typeface="TradeGothic"/>
          <a:ea typeface="TradeGothic"/>
          <a:cs typeface="TradeGothic"/>
        </a:defRPr>
      </a:lvl7pPr>
      <a:lvl8pPr xmlns:a="http://schemas.openxmlformats.org/drawingml/2006/main" marL="1371600" algn="ctr" defTabSz="457200">
        <a:spcBef>
          <a:spcPct val="0"/>
        </a:spcBef>
        <a:spcAft>
          <a:spcPct val="0"/>
        </a:spcAft>
        <a:buNone/>
        <a:defRPr sz="4400">
          <a:solidFill>
            <a:schemeClr val="tx1"/>
          </a:solidFill>
          <a:latin typeface="TradeGothic"/>
          <a:ea typeface="TradeGothic"/>
          <a:cs typeface="TradeGothic"/>
        </a:defRPr>
      </a:lvl8pPr>
      <a:lvl9pPr xmlns:a="http://schemas.openxmlformats.org/drawingml/2006/main" marL="1828800" algn="ctr" defTabSz="457200">
        <a:spcBef>
          <a:spcPct val="0"/>
        </a:spcBef>
        <a:spcAft>
          <a:spcPct val="0"/>
        </a:spcAft>
        <a:buNone/>
        <a:defRPr sz="4400">
          <a:solidFill>
            <a:schemeClr val="tx1"/>
          </a:solidFill>
          <a:latin typeface="TradeGothic"/>
          <a:ea typeface="TradeGothic"/>
          <a:cs typeface="TradeGothic"/>
        </a:defRPr>
      </a:lvl9pPr>
    </p:titleStyle>
    <p:bodyStyle>
      <a:lvl1pPr xmlns:a="http://schemas.openxmlformats.org/drawingml/2006/main" marL="342900" indent="-342900" algn="l" defTabSz="457200">
        <a:spcBef>
          <a:spcPct val="20000"/>
        </a:spcBef>
        <a:spcAft>
          <a:spcPct val="0"/>
        </a:spcAft>
        <a:buFont typeface="Arial"/>
        <a:buChar char="•"/>
        <a:defRPr sz="3200" kern="1200">
          <a:solidFill>
            <a:schemeClr val="tx1"/>
          </a:solidFill>
          <a:latin typeface="TradeGothic"/>
          <a:ea typeface="TradeGothic"/>
          <a:cs typeface="TradeGothic"/>
        </a:defRPr>
      </a:lvl1pPr>
      <a:lvl2pPr xmlns:a="http://schemas.openxmlformats.org/drawingml/2006/main" marL="742950" indent="-285750" algn="l" defTabSz="457200">
        <a:spcBef>
          <a:spcPct val="20000"/>
        </a:spcBef>
        <a:spcAft>
          <a:spcPct val="0"/>
        </a:spcAft>
        <a:buFont typeface="Arial"/>
        <a:buChar char="–"/>
        <a:defRPr sz="2800" kern="1200">
          <a:solidFill>
            <a:schemeClr val="tx1"/>
          </a:solidFill>
          <a:latin typeface="TradeGothic"/>
          <a:ea typeface="TradeGothic"/>
          <a:cs typeface="TradeGothic"/>
        </a:defRPr>
      </a:lvl2pPr>
      <a:lvl3pPr xmlns:a="http://schemas.openxmlformats.org/drawingml/2006/main" marL="1143000" indent="-228600" algn="l" defTabSz="457200">
        <a:spcBef>
          <a:spcPct val="20000"/>
        </a:spcBef>
        <a:spcAft>
          <a:spcPct val="0"/>
        </a:spcAft>
        <a:buFont typeface="Arial"/>
        <a:buChar char="•"/>
        <a:defRPr sz="2400" kern="1200">
          <a:solidFill>
            <a:schemeClr val="tx1"/>
          </a:solidFill>
          <a:latin typeface="TradeGothic"/>
          <a:ea typeface="TradeGothic"/>
          <a:cs typeface="TradeGothic"/>
        </a:defRPr>
      </a:lvl3pPr>
      <a:lvl4pPr xmlns:a="http://schemas.openxmlformats.org/drawingml/2006/main" marL="16002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4pPr>
      <a:lvl5pPr xmlns:a="http://schemas.openxmlformats.org/drawingml/2006/main" marL="20574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a277c83544b4c3d" /><Relationship Type="http://schemas.openxmlformats.org/officeDocument/2006/relationships/image" Target="/ppt/media/image.png" Id="R25f021e770f14042" /><Relationship Type="http://schemas.openxmlformats.org/officeDocument/2006/relationships/image" Target="/ppt/media/image2.png" Id="Rcc425236e5304131" /><Relationship Type="http://schemas.openxmlformats.org/officeDocument/2006/relationships/notesSlide" Target="/ppt/notesSlides/notesSlide1.xml" Id="Rf3fb5a129df64e39"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f4a2f0436474bf0" /><Relationship Type="http://schemas.openxmlformats.org/officeDocument/2006/relationships/image" Target="/ppt/media/image2.png" Id="Rb3d412739735460a" /><Relationship Type="http://schemas.openxmlformats.org/officeDocument/2006/relationships/notesSlide" Target="/ppt/notesSlides/notesSlide2.xml" Id="Rac060b972ae144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36d82ec4288f4113" /><Relationship Type="http://schemas.openxmlformats.org/officeDocument/2006/relationships/image" Target="/ppt/media/image2.png" Id="R9b2f20c729634fa5" /><Relationship Type="http://schemas.openxmlformats.org/officeDocument/2006/relationships/notesSlide" Target="/ppt/notesSlides/notesSlide3.xml" Id="R3fd05a0313f14718"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88c23a30ee9c4b6c" /><Relationship Type="http://schemas.openxmlformats.org/officeDocument/2006/relationships/image" Target="/ppt/media/image2.png" Id="Rdb504a805aef4e4a" /><Relationship Type="http://schemas.openxmlformats.org/officeDocument/2006/relationships/notesSlide" Target="/ppt/notesSlides/notesSlide4.xml" Id="R2395039a04734dd5"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c40fd1effe0b44c8" /><Relationship Type="http://schemas.openxmlformats.org/officeDocument/2006/relationships/image" Target="/ppt/media/image2.png" Id="Rc756b6e9d8724ad9" /><Relationship Type="http://schemas.openxmlformats.org/officeDocument/2006/relationships/image" Target="/ppt/media/image.jpeg" Id="R3b5717e0e6b44e99" /><Relationship Type="http://schemas.openxmlformats.org/officeDocument/2006/relationships/notesSlide" Target="/ppt/notesSlides/notesSlide5.xml" Id="Rb7241e91d1cd45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aadce3d83e2749c7" /><Relationship Type="http://schemas.openxmlformats.org/officeDocument/2006/relationships/image" Target="/ppt/media/image2.png" Id="Ref5fe85768ca4e52" /><Relationship Type="http://schemas.openxmlformats.org/officeDocument/2006/relationships/hyperlink" Target="https://pawlytics-506516.web.app/" TargetMode="External" Id="R7470fac4dbb04837" /><Relationship Type="http://schemas.openxmlformats.org/officeDocument/2006/relationships/hyperlink" Target="https://github.com/UjjvxL/new_pawlytics" TargetMode="External" Id="R0d967053ab6a4aca" /><Relationship Type="http://schemas.openxmlformats.org/officeDocument/2006/relationships/hyperlink" Target="https://www.pib.gov.in/PressReleasePage.aspx?PRID=2146821" TargetMode="External" Id="Re63e87df341d444e" /><Relationship Type="http://schemas.openxmlformats.org/officeDocument/2006/relationships/hyperlink" Target="https://pmc.ncbi.nlm.nih.gov/articles/PMC12533994/" TargetMode="External" Id="Rcfc1039f9a994eaa" /><Relationship Type="http://schemas.openxmlformats.org/officeDocument/2006/relationships/hyperlink" Target="https://github.com/UjjvxL/new_pawlytics/tree/main/functions/src" TargetMode="External" Id="R72f11ae8e4b6434c" /><Relationship Type="http://schemas.openxmlformats.org/officeDocument/2006/relationships/image" Target="/ppt/media/image2.jpeg" Id="R8de4873ebc094714" /><Relationship Type="http://schemas.openxmlformats.org/officeDocument/2006/relationships/notesSlide" Target="/ppt/notesSlides/notesSlide6.xml" Id="Rc1a3fb692f2544b3" /></Relationships>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36" name="Rectangle 24">
            <a:extLst xmlns:a="http://schemas.openxmlformats.org/drawingml/2006/main">
              <a:ext uri="{FF2B5EF4-FFF2-40B4-BE49-F238E27FC236}">
                <a16:creationId xmlns:a16="http://schemas.microsoft.com/office/drawing/2014/main" id="{3E443FD7-A66B-4AA0-872D-B088B9BC5F17}"/>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Freeform: Shape 26">
            <a:extLst xmlns:a="http://schemas.openxmlformats.org/drawingml/2006/main">
              <a:ext uri="{FF2B5EF4-FFF2-40B4-BE49-F238E27FC236}">
                <a16:creationId xmlns:a16="http://schemas.microsoft.com/office/drawing/2014/main" id="{C04BE0EF-3561-49B4-9A29-F283168A91C7}"/>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chemeClr val="tx1">
              <a:lumMod val="50000"/>
              <a:lumOff val="5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56"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25f021e770f14042"/>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p:spPr>
      </p:pic>
      <p:sp>
        <p:nvSpPr>
          <p:cNvPr id="8" name="Title 7">
            <a:extLst xmlns:a="http://schemas.openxmlformats.org/drawingml/2006/main">
              <a:ext uri="{FF2B5EF4-FFF2-40B4-BE49-F238E27FC236}">
                <a16:creationId xmlns:a16="http://schemas.microsoft.com/office/drawing/2014/main" id="{1C270D9A-2B92-4FA9-94F0-56A5456A27C9}"/>
              </a:ext>
            </a:extLst>
          </p:cNvPr>
          <p:cNvSpPr>
            <a:spLocks xmlns:a="http://schemas.openxmlformats.org/drawingml/2006/main" noGrp="1"/>
          </p:cNvSpPr>
          <p:nvPr>
            <p:ph type="ctrTitle" idx="0"/>
          </p:nvPr>
        </p:nvSpPr>
        <p:spPr>
          <a:xfrm xmlns:a="http://schemas.openxmlformats.org/drawingml/2006/main">
            <a:off x="331286" y="-526757"/>
            <a:ext cx="10363200" cy="2076450"/>
          </a:xfrm>
        </p:spPr>
        <p:txBody>
          <a:bodyPr xmlns:a="http://schemas.openxmlformats.org/drawingml/2006/main"/>
          <a:lstStyle xmlns:a="http://schemas.openxmlformats.org/drawingml/2006/main"/>
          <a:p xmlns:a="http://schemas.openxmlformats.org/drawingml/2006/main">
            <a:r>
              <a:rPr sz="4000" b="1">
                <a:solidFill>
                  <a:schemeClr val="tx2"/>
                </a:solidFill>
                <a:latin typeface="Garamond"/>
                <a:ea typeface="Garamond"/>
                <a:cs typeface="Garamond"/>
              </a:rPr>
              <a:t>SMART INDIA HACKATHON </a:t>
            </a:r>
            <a:r>
              <a:rPr sz="4000" b="1">
                <a:solidFill>
                  <a:schemeClr val="tx2"/>
                </a:solidFill>
                <a:latin typeface="Garamond"/>
                <a:ea typeface="Garamond"/>
                <a:cs typeface="Garamond"/>
              </a:rPr>
              <a:t>2026</a:t>
            </a:r>
            <a:endParaRPr sz="4000" b="1">
              <a:solidFill>
                <a:schemeClr val="tx2"/>
              </a:solidFill>
              <a:latin typeface="Garamond"/>
              <a:ea typeface="Garamond"/>
              <a:cs typeface="Garamond"/>
            </a:endParaRPr>
          </a:p>
        </p:txBody>
      </p:sp>
      <p:pic>
        <p:nvPicPr>
          <p:cNvPr id="58" name="Picture 1"/>
          <p:cNvPicPr>
            <a:picLocks xmlns:a="http://schemas.openxmlformats.org/drawingml/2006/main" noChangeAspect="1"/>
          </p:cNvPicPr>
          <p:nvPr/>
        </p:nvPicPr>
        <p:blipFill>
          <a:blip xmlns:r="http://schemas.openxmlformats.org/officeDocument/2006/relationships" xmlns:a="http://schemas.openxmlformats.org/drawingml/2006/main" r:embed="Rcc425236e5304131"/>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40" name="Pawlytics">
            <a:extLst xmlns:a="http://schemas.openxmlformats.org/drawingml/2006/main">
              <a:ext uri="{FF2B5EF4-FFF2-40B4-BE49-F238E27FC236}">
                <a16:creationId xmlns:a16="http://schemas.microsoft.com/office/drawing/2014/main" id="{5056539D-8B5E-4C08-AEA3-BC449BB871D0}"/>
              </a:ext>
            </a:extLst>
          </p:cNvPr>
          <p:cNvSpPr>
            <a:spLocks xmlns:a="http://schemas.openxmlformats.org/drawingml/2006/main" noGrp="1"/>
          </p:cNvSpPr>
          <p:nvPr/>
        </p:nvSpPr>
        <p:spPr>
          <a:xfrm xmlns:a="http://schemas.openxmlformats.org/drawingml/2006/main">
            <a:off x="428625" y="1390650"/>
            <a:ext cx="5429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234F86"/>
                </a:solidFill>
                <a:latin typeface="Arial"/>
                <a:ea typeface="Arial"/>
                <a:cs typeface="Arial"/>
              </a:defRPr>
            </a:pPr>
            <a:r>
              <a:rPr sz="3900" b="1">
                <a:solidFill>
                  <a:srgbClr val="234F86"/>
                </a:solidFill>
                <a:latin typeface="Arial"/>
                <a:ea typeface="Arial"/>
                <a:cs typeface="Arial"/>
              </a:rPr>
              <a:t>Pawlytics</a:t>
            </a:r>
          </a:p>
        </p:txBody>
      </p:sp>
      <p:sp>
        <p:nvSpPr>
          <p:cNvPr id="41" name="Human–street dog conflict intelligence">
            <a:extLst xmlns:a="http://schemas.openxmlformats.org/drawingml/2006/main">
              <a:ext uri="{FF2B5EF4-FFF2-40B4-BE49-F238E27FC236}">
                <a16:creationId xmlns:a16="http://schemas.microsoft.com/office/drawing/2014/main" id="{8CFEDCE6-5ECC-4A35-8F8A-F1B1DD9DF701}"/>
              </a:ext>
            </a:extLst>
          </p:cNvPr>
          <p:cNvSpPr>
            <a:spLocks xmlns:a="http://schemas.openxmlformats.org/drawingml/2006/main" noGrp="1"/>
          </p:cNvSpPr>
          <p:nvPr/>
        </p:nvSpPr>
        <p:spPr>
          <a:xfrm xmlns:a="http://schemas.openxmlformats.org/drawingml/2006/main">
            <a:off x="447675" y="2066925"/>
            <a:ext cx="5476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B2A38"/>
                </a:solidFill>
                <a:latin typeface="Arial"/>
                <a:ea typeface="Arial"/>
                <a:cs typeface="Arial"/>
              </a:defRPr>
            </a:pPr>
            <a:r>
              <a:rPr sz="1950" b="1">
                <a:solidFill>
                  <a:srgbClr val="1B2A38"/>
                </a:solidFill>
                <a:latin typeface="Arial"/>
                <a:ea typeface="Arial"/>
                <a:cs typeface="Arial"/>
              </a:rPr>
              <a:t>Human–street dog conflict intelligence</a:t>
            </a:r>
          </a:p>
        </p:txBody>
      </p:sp>
      <p:sp>
        <p:nvSpPr>
          <p:cNvPr id="42" name="Problem Statement ID">
            <a:extLst xmlns:a="http://schemas.openxmlformats.org/drawingml/2006/main">
              <a:ext uri="{FF2B5EF4-FFF2-40B4-BE49-F238E27FC236}">
                <a16:creationId xmlns:a16="http://schemas.microsoft.com/office/drawing/2014/main" id="{517A4BAA-9031-41CC-BD7F-1F5910B5E908}"/>
              </a:ext>
            </a:extLst>
          </p:cNvPr>
          <p:cNvSpPr>
            <a:spLocks xmlns:a="http://schemas.openxmlformats.org/drawingml/2006/main" noGrp="1"/>
          </p:cNvSpPr>
          <p:nvPr/>
        </p:nvSpPr>
        <p:spPr>
          <a:xfrm xmlns:a="http://schemas.openxmlformats.org/drawingml/2006/main">
            <a:off x="447675" y="280035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66875"/>
                </a:solidFill>
                <a:latin typeface="Arial"/>
                <a:ea typeface="Arial"/>
                <a:cs typeface="Arial"/>
              </a:defRPr>
            </a:pPr>
            <a:r>
              <a:rPr sz="1275" b="1">
                <a:solidFill>
                  <a:srgbClr val="566875"/>
                </a:solidFill>
                <a:latin typeface="Arial"/>
                <a:ea typeface="Arial"/>
                <a:cs typeface="Arial"/>
              </a:rPr>
              <a:t>Problem Statement ID</a:t>
            </a:r>
          </a:p>
        </p:txBody>
      </p:sp>
      <p:sp>
        <p:nvSpPr>
          <p:cNvPr id="43" name="26206">
            <a:extLst xmlns:a="http://schemas.openxmlformats.org/drawingml/2006/main">
              <a:ext uri="{FF2B5EF4-FFF2-40B4-BE49-F238E27FC236}">
                <a16:creationId xmlns:a16="http://schemas.microsoft.com/office/drawing/2014/main" id="{C9C60DB1-8EC4-4468-8773-C7E7737DFCF4}"/>
              </a:ext>
            </a:extLst>
          </p:cNvPr>
          <p:cNvSpPr>
            <a:spLocks xmlns:a="http://schemas.openxmlformats.org/drawingml/2006/main" noGrp="1"/>
          </p:cNvSpPr>
          <p:nvPr/>
        </p:nvSpPr>
        <p:spPr>
          <a:xfrm xmlns:a="http://schemas.openxmlformats.org/drawingml/2006/main">
            <a:off x="447675" y="3028950"/>
            <a:ext cx="550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B2A38"/>
                </a:solidFill>
                <a:latin typeface="Arial"/>
                <a:ea typeface="Arial"/>
                <a:cs typeface="Arial"/>
              </a:defRPr>
            </a:pPr>
            <a:r>
              <a:rPr sz="2025" b="0">
                <a:solidFill>
                  <a:srgbClr val="1B2A38"/>
                </a:solidFill>
                <a:latin typeface="Arial"/>
                <a:ea typeface="Arial"/>
                <a:cs typeface="Arial"/>
              </a:rPr>
              <a:t>26206</a:t>
            </a:r>
          </a:p>
        </p:txBody>
      </p:sp>
      <p:sp>
        <p:nvSpPr>
          <p:cNvPr id="44" name="Problem Statement Title">
            <a:extLst xmlns:a="http://schemas.openxmlformats.org/drawingml/2006/main">
              <a:ext uri="{FF2B5EF4-FFF2-40B4-BE49-F238E27FC236}">
                <a16:creationId xmlns:a16="http://schemas.microsoft.com/office/drawing/2014/main" id="{9494F9A7-8F13-4574-9B1F-45FBF3F1F216}"/>
              </a:ext>
            </a:extLst>
          </p:cNvPr>
          <p:cNvSpPr>
            <a:spLocks xmlns:a="http://schemas.openxmlformats.org/drawingml/2006/main" noGrp="1"/>
          </p:cNvSpPr>
          <p:nvPr/>
        </p:nvSpPr>
        <p:spPr>
          <a:xfrm xmlns:a="http://schemas.openxmlformats.org/drawingml/2006/main">
            <a:off x="447675" y="340995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66875"/>
                </a:solidFill>
                <a:latin typeface="Arial"/>
                <a:ea typeface="Arial"/>
                <a:cs typeface="Arial"/>
              </a:defRPr>
            </a:pPr>
            <a:r>
              <a:rPr sz="1275" b="1">
                <a:solidFill>
                  <a:srgbClr val="566875"/>
                </a:solidFill>
                <a:latin typeface="Arial"/>
                <a:ea typeface="Arial"/>
                <a:cs typeface="Arial"/>
              </a:rPr>
              <a:t>Problem Statement Title</a:t>
            </a:r>
          </a:p>
        </p:txBody>
      </p:sp>
      <p:sp>
        <p:nvSpPr>
          <p:cNvPr id="45" name="Student/Open Innovation">
            <a:extLst xmlns:a="http://schemas.openxmlformats.org/drawingml/2006/main">
              <a:ext uri="{FF2B5EF4-FFF2-40B4-BE49-F238E27FC236}">
                <a16:creationId xmlns:a16="http://schemas.microsoft.com/office/drawing/2014/main" id="{568CF2C4-CF7E-4777-AEBD-B48D4712066C}"/>
              </a:ext>
            </a:extLst>
          </p:cNvPr>
          <p:cNvSpPr>
            <a:spLocks xmlns:a="http://schemas.openxmlformats.org/drawingml/2006/main" noGrp="1"/>
          </p:cNvSpPr>
          <p:nvPr/>
        </p:nvSpPr>
        <p:spPr>
          <a:xfrm xmlns:a="http://schemas.openxmlformats.org/drawingml/2006/main">
            <a:off x="447675" y="3638550"/>
            <a:ext cx="550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B2A38"/>
                </a:solidFill>
                <a:latin typeface="Arial"/>
                <a:ea typeface="Arial"/>
                <a:cs typeface="Arial"/>
              </a:defRPr>
            </a:pPr>
            <a:r>
              <a:rPr sz="2025" b="0">
                <a:solidFill>
                  <a:srgbClr val="1B2A38"/>
                </a:solidFill>
                <a:latin typeface="Arial"/>
                <a:ea typeface="Arial"/>
                <a:cs typeface="Arial"/>
              </a:rPr>
              <a:t>Student/Open Innovation</a:t>
            </a:r>
          </a:p>
        </p:txBody>
      </p:sp>
      <p:sp>
        <p:nvSpPr>
          <p:cNvPr id="46" name="Theme">
            <a:extLst xmlns:a="http://schemas.openxmlformats.org/drawingml/2006/main">
              <a:ext uri="{FF2B5EF4-FFF2-40B4-BE49-F238E27FC236}">
                <a16:creationId xmlns:a16="http://schemas.microsoft.com/office/drawing/2014/main" id="{673DC1F5-9DB0-4339-A4AB-D8D649DDC3A4}"/>
              </a:ext>
            </a:extLst>
          </p:cNvPr>
          <p:cNvSpPr>
            <a:spLocks xmlns:a="http://schemas.openxmlformats.org/drawingml/2006/main" noGrp="1"/>
          </p:cNvSpPr>
          <p:nvPr/>
        </p:nvSpPr>
        <p:spPr>
          <a:xfrm xmlns:a="http://schemas.openxmlformats.org/drawingml/2006/main">
            <a:off x="447675" y="401955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66875"/>
                </a:solidFill>
                <a:latin typeface="Arial"/>
                <a:ea typeface="Arial"/>
                <a:cs typeface="Arial"/>
              </a:defRPr>
            </a:pPr>
            <a:r>
              <a:rPr sz="1275" b="1">
                <a:solidFill>
                  <a:srgbClr val="566875"/>
                </a:solidFill>
                <a:latin typeface="Arial"/>
                <a:ea typeface="Arial"/>
                <a:cs typeface="Arial"/>
              </a:rPr>
              <a:t>Theme</a:t>
            </a:r>
          </a:p>
        </p:txBody>
      </p:sp>
      <p:sp>
        <p:nvSpPr>
          <p:cNvPr id="47" name="Disaster Management">
            <a:extLst xmlns:a="http://schemas.openxmlformats.org/drawingml/2006/main">
              <a:ext uri="{FF2B5EF4-FFF2-40B4-BE49-F238E27FC236}">
                <a16:creationId xmlns:a16="http://schemas.microsoft.com/office/drawing/2014/main" id="{A3B17394-06A7-4874-BE6C-0F16BD1CF021}"/>
              </a:ext>
            </a:extLst>
          </p:cNvPr>
          <p:cNvSpPr>
            <a:spLocks xmlns:a="http://schemas.openxmlformats.org/drawingml/2006/main" noGrp="1"/>
          </p:cNvSpPr>
          <p:nvPr/>
        </p:nvSpPr>
        <p:spPr>
          <a:xfrm xmlns:a="http://schemas.openxmlformats.org/drawingml/2006/main">
            <a:off x="447675" y="4248150"/>
            <a:ext cx="550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B2A38"/>
                </a:solidFill>
                <a:latin typeface="Arial"/>
                <a:ea typeface="Arial"/>
                <a:cs typeface="Arial"/>
              </a:defRPr>
            </a:pPr>
            <a:r>
              <a:rPr sz="2025" b="0">
                <a:solidFill>
                  <a:srgbClr val="1B2A38"/>
                </a:solidFill>
                <a:latin typeface="Arial"/>
                <a:ea typeface="Arial"/>
                <a:cs typeface="Arial"/>
              </a:rPr>
              <a:t>Disaster Management</a:t>
            </a:r>
          </a:p>
        </p:txBody>
      </p:sp>
      <p:sp>
        <p:nvSpPr>
          <p:cNvPr id="48" name="PS Category">
            <a:extLst xmlns:a="http://schemas.openxmlformats.org/drawingml/2006/main">
              <a:ext uri="{FF2B5EF4-FFF2-40B4-BE49-F238E27FC236}">
                <a16:creationId xmlns:a16="http://schemas.microsoft.com/office/drawing/2014/main" id="{12991769-FD16-42B2-BE4C-71D497626C32}"/>
              </a:ext>
            </a:extLst>
          </p:cNvPr>
          <p:cNvSpPr>
            <a:spLocks xmlns:a="http://schemas.openxmlformats.org/drawingml/2006/main" noGrp="1"/>
          </p:cNvSpPr>
          <p:nvPr/>
        </p:nvSpPr>
        <p:spPr>
          <a:xfrm xmlns:a="http://schemas.openxmlformats.org/drawingml/2006/main">
            <a:off x="447675" y="462915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66875"/>
                </a:solidFill>
                <a:latin typeface="Arial"/>
                <a:ea typeface="Arial"/>
                <a:cs typeface="Arial"/>
              </a:defRPr>
            </a:pPr>
            <a:r>
              <a:rPr sz="1275" b="1">
                <a:solidFill>
                  <a:srgbClr val="566875"/>
                </a:solidFill>
                <a:latin typeface="Arial"/>
                <a:ea typeface="Arial"/>
                <a:cs typeface="Arial"/>
              </a:rPr>
              <a:t>PS Category</a:t>
            </a:r>
          </a:p>
        </p:txBody>
      </p:sp>
      <p:sp>
        <p:nvSpPr>
          <p:cNvPr id="49" name="Software">
            <a:extLst xmlns:a="http://schemas.openxmlformats.org/drawingml/2006/main">
              <a:ext uri="{FF2B5EF4-FFF2-40B4-BE49-F238E27FC236}">
                <a16:creationId xmlns:a16="http://schemas.microsoft.com/office/drawing/2014/main" id="{EA8FA482-0ADE-4D4A-8989-11EE826C9CEF}"/>
              </a:ext>
            </a:extLst>
          </p:cNvPr>
          <p:cNvSpPr>
            <a:spLocks xmlns:a="http://schemas.openxmlformats.org/drawingml/2006/main" noGrp="1"/>
          </p:cNvSpPr>
          <p:nvPr/>
        </p:nvSpPr>
        <p:spPr>
          <a:xfrm xmlns:a="http://schemas.openxmlformats.org/drawingml/2006/main">
            <a:off x="447675" y="4857750"/>
            <a:ext cx="550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B2A38"/>
                </a:solidFill>
                <a:latin typeface="Arial"/>
                <a:ea typeface="Arial"/>
                <a:cs typeface="Arial"/>
              </a:defRPr>
            </a:pPr>
            <a:r>
              <a:rPr sz="2025" b="0">
                <a:solidFill>
                  <a:srgbClr val="1B2A38"/>
                </a:solidFill>
                <a:latin typeface="Arial"/>
                <a:ea typeface="Arial"/>
                <a:cs typeface="Arial"/>
              </a:rPr>
              <a:t>Software</a:t>
            </a:r>
          </a:p>
        </p:txBody>
      </p:sp>
      <p:sp>
        <p:nvSpPr>
          <p:cNvPr id="50" name="Team ID">
            <a:extLst xmlns:a="http://schemas.openxmlformats.org/drawingml/2006/main">
              <a:ext uri="{FF2B5EF4-FFF2-40B4-BE49-F238E27FC236}">
                <a16:creationId xmlns:a16="http://schemas.microsoft.com/office/drawing/2014/main" id="{9B1BBD1F-165D-4D54-881D-A18F01E9BD64}"/>
              </a:ext>
            </a:extLst>
          </p:cNvPr>
          <p:cNvSpPr>
            <a:spLocks xmlns:a="http://schemas.openxmlformats.org/drawingml/2006/main" noGrp="1"/>
          </p:cNvSpPr>
          <p:nvPr/>
        </p:nvSpPr>
        <p:spPr>
          <a:xfrm xmlns:a="http://schemas.openxmlformats.org/drawingml/2006/main">
            <a:off x="447675" y="523875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66875"/>
                </a:solidFill>
                <a:latin typeface="Arial"/>
                <a:ea typeface="Arial"/>
                <a:cs typeface="Arial"/>
              </a:defRPr>
            </a:pPr>
            <a:r>
              <a:rPr sz="1275" b="1">
                <a:solidFill>
                  <a:srgbClr val="566875"/>
                </a:solidFill>
                <a:latin typeface="Arial"/>
                <a:ea typeface="Arial"/>
                <a:cs typeface="Arial"/>
              </a:rPr>
              <a:t>Team ID</a:t>
            </a:r>
          </a:p>
        </p:txBody>
      </p:sp>
      <p:sp>
        <p:nvSpPr>
          <p:cNvPr id="51" name="____________________________">
            <a:extLst xmlns:a="http://schemas.openxmlformats.org/drawingml/2006/main">
              <a:ext uri="{FF2B5EF4-FFF2-40B4-BE49-F238E27FC236}">
                <a16:creationId xmlns:a16="http://schemas.microsoft.com/office/drawing/2014/main" id="{89D9B537-383F-4674-8EE4-E251839DF19C}"/>
              </a:ext>
            </a:extLst>
          </p:cNvPr>
          <p:cNvSpPr>
            <a:spLocks xmlns:a="http://schemas.openxmlformats.org/drawingml/2006/main" noGrp="1"/>
          </p:cNvSpPr>
          <p:nvPr/>
        </p:nvSpPr>
        <p:spPr>
          <a:xfrm xmlns:a="http://schemas.openxmlformats.org/drawingml/2006/main">
            <a:off x="447675" y="5467350"/>
            <a:ext cx="550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B2A38"/>
                </a:solidFill>
                <a:latin typeface="Arial"/>
                <a:ea typeface="Arial"/>
                <a:cs typeface="Arial"/>
              </a:defRPr>
            </a:pPr>
            <a:r>
              <a:rPr sz="2025" b="0">
                <a:solidFill>
                  <a:srgbClr val="1B2A38"/>
                </a:solidFill>
                <a:latin typeface="Arial"/>
                <a:ea typeface="Arial"/>
                <a:cs typeface="Arial"/>
              </a:rPr>
              <a:t>____________________________</a:t>
            </a:r>
          </a:p>
        </p:txBody>
      </p:sp>
      <p:sp>
        <p:nvSpPr>
          <p:cNvPr id="52" name="Team Name (Registered on portal)">
            <a:extLst xmlns:a="http://schemas.openxmlformats.org/drawingml/2006/main">
              <a:ext uri="{FF2B5EF4-FFF2-40B4-BE49-F238E27FC236}">
                <a16:creationId xmlns:a16="http://schemas.microsoft.com/office/drawing/2014/main" id="{8870F74E-4528-4A24-A82A-5A1711EDE1B9}"/>
              </a:ext>
            </a:extLst>
          </p:cNvPr>
          <p:cNvSpPr>
            <a:spLocks xmlns:a="http://schemas.openxmlformats.org/drawingml/2006/main" noGrp="1"/>
          </p:cNvSpPr>
          <p:nvPr/>
        </p:nvSpPr>
        <p:spPr>
          <a:xfrm xmlns:a="http://schemas.openxmlformats.org/drawingml/2006/main">
            <a:off x="447675" y="584835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66875"/>
                </a:solidFill>
                <a:latin typeface="Arial"/>
                <a:ea typeface="Arial"/>
                <a:cs typeface="Arial"/>
              </a:defRPr>
            </a:pPr>
            <a:r>
              <a:rPr sz="1275" b="1">
                <a:solidFill>
                  <a:srgbClr val="566875"/>
                </a:solidFill>
                <a:latin typeface="Arial"/>
                <a:ea typeface="Arial"/>
                <a:cs typeface="Arial"/>
              </a:rPr>
              <a:t>Team Name (Registered on portal)</a:t>
            </a:r>
          </a:p>
        </p:txBody>
      </p:sp>
      <p:sp>
        <p:nvSpPr>
          <p:cNvPr id="53" name="Team Pawlytics">
            <a:extLst xmlns:a="http://schemas.openxmlformats.org/drawingml/2006/main">
              <a:ext uri="{FF2B5EF4-FFF2-40B4-BE49-F238E27FC236}">
                <a16:creationId xmlns:a16="http://schemas.microsoft.com/office/drawing/2014/main" id="{93175B7B-A042-4128-9DEB-298B554D0BD4}"/>
              </a:ext>
            </a:extLst>
          </p:cNvPr>
          <p:cNvSpPr>
            <a:spLocks xmlns:a="http://schemas.openxmlformats.org/drawingml/2006/main" noGrp="1"/>
          </p:cNvSpPr>
          <p:nvPr/>
        </p:nvSpPr>
        <p:spPr>
          <a:xfrm xmlns:a="http://schemas.openxmlformats.org/drawingml/2006/main">
            <a:off x="447675" y="6076950"/>
            <a:ext cx="550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2A38"/>
                </a:solidFill>
                <a:latin typeface="Arial"/>
                <a:ea typeface="Arial"/>
                <a:cs typeface="Arial"/>
              </a:defRPr>
            </a:pPr>
            <a:r>
              <a:rPr sz="2025" b="1">
                <a:solidFill>
                  <a:srgbClr val="1B2A38"/>
                </a:solidFill>
                <a:latin typeface="Arial"/>
                <a:ea typeface="Arial"/>
                <a:cs typeface="Arial"/>
              </a:rPr>
              <a:t>Team Pawlytics</a:t>
            </a:r>
          </a:p>
        </p:txBody>
      </p:sp>
    </p:spTree>
    <p:extLst>
      <p:ext uri="{BB962C8B-B14F-4D97-AF65-F5344CB8AC3E}">
        <p14:creationId xmlns:p14="http://schemas.microsoft.com/office/powerpoint/2010/main" val="136472483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E731771A-56F9-4A53-97D4-1F9727CE5782}"/>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5361" name="Title 1">
            <a:extLst xmlns:a="http://schemas.openxmlformats.org/drawingml/2006/main">
              <a:ext uri="{FF2B5EF4-FFF2-40B4-BE49-F238E27FC236}">
                <a16:creationId xmlns:a16="http://schemas.microsoft.com/office/drawing/2014/main" id="{593D5732-1A02-44B9-90E4-C1D6A9B96B48}"/>
              </a:ext>
            </a:extLst>
          </p:cNvPr>
          <p:cNvSpPr>
            <a:spLocks xmlns:a="http://schemas.openxmlformats.org/drawingml/2006/main" noGrp="1"/>
          </p:cNvSpPr>
          <p:nvPr>
            <p:ph type="title" idx="0"/>
          </p:nvPr>
        </p:nvSpPr>
        <p:spPr>
          <a:xfrm xmlns:a="http://schemas.openxmlformats.org/drawingml/2006/main">
            <a:off x="1714500" y="209550"/>
            <a:ext cx="8048625" cy="914400"/>
          </a:xfrm>
        </p:spPr>
        <p:txBody>
          <a:bodyPr xmlns:a="http://schemas.openxmlformats.org/drawingml/2006/main"/>
          <a:lstStyle xmlns:a="http://schemas.openxmlformats.org/drawingml/2006/main"/>
          <a:p xmlns:a="http://schemas.openxmlformats.org/drawingml/2006/main">
            <a:pPr algn="ctr">
              <a:buNone/>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IDEA TITLE</a:t>
            </a:r>
          </a:p>
        </p:txBody>
      </p:sp>
      <p:sp>
        <p:nvSpPr>
          <p:cNvPr id="6" name="Slide Number Placeholder 5">
            <a:extLst xmlns:a="http://schemas.openxmlformats.org/drawingml/2006/main">
              <a:ext uri="{FF2B5EF4-FFF2-40B4-BE49-F238E27FC236}">
                <a16:creationId xmlns:a16="http://schemas.microsoft.com/office/drawing/2014/main" id="{5AFB18AF-E439-48C4-96FE-DD04B8D5851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77C3CE7-23F7-4828-823C-E0205DF2CF97}" type="slidenum">
              <a:rPr b="1">
                <a:solidFill>
                  <a:schemeClr val="bg1"/>
                </a:solidFill>
              </a:rPr>
              <a:t>2</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D95BA0CB-8B9D-4F2E-8CA3-A752BBCD37A7}"/>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0" name="Oval 9">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125" b="1">
                <a:solidFill>
                  <a:srgbClr val="234F86"/>
                </a:solidFill>
                <a:latin typeface="Arial"/>
                <a:ea typeface="Arial"/>
                <a:cs typeface="Arial"/>
              </a:defRPr>
            </a:pPr>
            <a:r>
              <a:rPr sz="1125" b="1">
                <a:solidFill>
                  <a:srgbClr val="234F86"/>
                </a:solidFill>
                <a:latin typeface="Arial"/>
                <a:ea typeface="Arial"/>
                <a:cs typeface="Arial"/>
              </a:rPr>
              <a:t>Team</a:t>
            </a:r>
            <a:endParaRPr/>
          </a:p>
          <a:p xmlns:a="http://schemas.openxmlformats.org/drawingml/2006/main">
            <a:pPr algn="ctr">
              <a:buNone/>
              <a:defRPr sz="1125" b="1">
                <a:solidFill>
                  <a:srgbClr val="234F86"/>
                </a:solidFill>
                <a:latin typeface="Arial"/>
                <a:ea typeface="Arial"/>
                <a:cs typeface="Arial"/>
              </a:defRPr>
            </a:pPr>
            <a:r>
              <a:rPr sz="1125" b="1">
                <a:solidFill>
                  <a:srgbClr val="234F86"/>
                </a:solidFill>
                <a:latin typeface="Arial"/>
                <a:ea typeface="Arial"/>
                <a:cs typeface="Arial"/>
              </a:rPr>
              <a:t>Pawlytics</a:t>
            </a:r>
            <a:endParaRPr/>
          </a:p>
        </p:txBody>
      </p:sp>
      <p:pic>
        <p:nvPicPr>
          <p:cNvPr id="15391" name="Picture 10"/>
          <p:cNvPicPr>
            <a:picLocks xmlns:a="http://schemas.openxmlformats.org/drawingml/2006/main" noChangeAspect="1"/>
          </p:cNvPicPr>
          <p:nvPr/>
        </p:nvPicPr>
        <p:blipFill>
          <a:blip xmlns:r="http://schemas.openxmlformats.org/officeDocument/2006/relationships" xmlns:a="http://schemas.openxmlformats.org/drawingml/2006/main" r:embed="Rb3d412739735460a"/>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5364" name="A sighting should change the next walk">
            <a:extLst xmlns:a="http://schemas.openxmlformats.org/drawingml/2006/main">
              <a:ext uri="{FF2B5EF4-FFF2-40B4-BE49-F238E27FC236}">
                <a16:creationId xmlns:a16="http://schemas.microsoft.com/office/drawing/2014/main" id="{CD30E5E3-57E0-40AF-8804-224B4684C22A}"/>
              </a:ext>
            </a:extLst>
          </p:cNvPr>
          <p:cNvSpPr>
            <a:spLocks xmlns:a="http://schemas.openxmlformats.org/drawingml/2006/main" noGrp="1"/>
          </p:cNvSpPr>
          <p:nvPr/>
        </p:nvSpPr>
        <p:spPr>
          <a:xfrm xmlns:a="http://schemas.openxmlformats.org/drawingml/2006/main">
            <a:off x="476250" y="13144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34F86"/>
                </a:solidFill>
                <a:latin typeface="Arial"/>
                <a:ea typeface="Arial"/>
                <a:cs typeface="Arial"/>
              </a:defRPr>
            </a:pPr>
            <a:r>
              <a:rPr sz="2700" b="1">
                <a:solidFill>
                  <a:srgbClr val="234F86"/>
                </a:solidFill>
                <a:latin typeface="Arial"/>
                <a:ea typeface="Arial"/>
                <a:cs typeface="Arial"/>
              </a:rPr>
              <a:t>A sighting should change the next walk</a:t>
            </a:r>
          </a:p>
        </p:txBody>
      </p:sp>
      <p:sp>
        <p:nvSpPr>
          <p:cNvPr id="15365" name="Proposed solution">
            <a:extLst xmlns:a="http://schemas.openxmlformats.org/drawingml/2006/main">
              <a:ext uri="{FF2B5EF4-FFF2-40B4-BE49-F238E27FC236}">
                <a16:creationId xmlns:a16="http://schemas.microsoft.com/office/drawing/2014/main" id="{364AE578-001E-4F21-AABA-4E913505F045}"/>
              </a:ext>
            </a:extLst>
          </p:cNvPr>
          <p:cNvSpPr>
            <a:spLocks xmlns:a="http://schemas.openxmlformats.org/drawingml/2006/main" noGrp="1"/>
          </p:cNvSpPr>
          <p:nvPr/>
        </p:nvSpPr>
        <p:spPr>
          <a:xfrm xmlns:a="http://schemas.openxmlformats.org/drawingml/2006/main">
            <a:off x="476250" y="193357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34F86"/>
                </a:solidFill>
                <a:latin typeface="Arial"/>
                <a:ea typeface="Arial"/>
                <a:cs typeface="Arial"/>
              </a:defRPr>
            </a:pPr>
            <a:r>
              <a:rPr sz="1875" b="1">
                <a:solidFill>
                  <a:srgbClr val="234F86"/>
                </a:solidFill>
                <a:latin typeface="Arial"/>
                <a:ea typeface="Arial"/>
                <a:cs typeface="Arial"/>
              </a:rPr>
              <a:t>Proposed solution</a:t>
            </a:r>
          </a:p>
        </p:txBody>
      </p:sp>
      <p:sp>
        <p:nvSpPr>
          <p:cNvPr id="15366" name="">
            <a:extLst xmlns:a="http://schemas.openxmlformats.org/drawingml/2006/main">
              <a:ext uri="{FF2B5EF4-FFF2-40B4-BE49-F238E27FC236}">
                <a16:creationId xmlns:a16="http://schemas.microsoft.com/office/drawing/2014/main" id="{C1FD8FEF-51F1-45A6-A281-FB8C2EB5FD41}"/>
              </a:ext>
            </a:extLst>
          </p:cNvPr>
          <p:cNvSpPr>
            <a:spLocks xmlns:a="http://schemas.openxmlformats.org/drawingml/2006/main" noGrp="1"/>
          </p:cNvSpPr>
          <p:nvPr/>
        </p:nvSpPr>
        <p:spPr>
          <a:xfrm xmlns:a="http://schemas.openxmlformats.org/drawingml/2006/main">
            <a:off x="476250" y="2400300"/>
            <a:ext cx="2476500" cy="1219200"/>
          </a:xfrm>
          <a:prstGeom xmlns:a="http://schemas.openxmlformats.org/drawingml/2006/main" prst="roundRect">
            <a:avLst>
              <a:gd name="adj" fmla="val 7031"/>
            </a:avLst>
          </a:prstGeom>
          <a:solidFill xmlns:a="http://schemas.openxmlformats.org/drawingml/2006/main">
            <a:srgbClr val="F1F7FA"/>
          </a:solidFill>
          <a:ln xmlns:a="http://schemas.openxmlformats.org/drawingml/2006/main" w="16193">
            <a:solidFill>
              <a:srgbClr val="0073BC"/>
            </a:solidFill>
          </a:ln>
        </p:spPr>
      </p:sp>
      <p:sp>
        <p:nvSpPr>
          <p:cNvPr id="15367" name="Report">
            <a:extLst xmlns:a="http://schemas.openxmlformats.org/drawingml/2006/main">
              <a:ext uri="{FF2B5EF4-FFF2-40B4-BE49-F238E27FC236}">
                <a16:creationId xmlns:a16="http://schemas.microsoft.com/office/drawing/2014/main" id="{6CCFCCF8-898E-4DBA-B30B-B624759658E0}"/>
              </a:ext>
            </a:extLst>
          </p:cNvPr>
          <p:cNvSpPr>
            <a:spLocks xmlns:a="http://schemas.openxmlformats.org/drawingml/2006/main" noGrp="1"/>
          </p:cNvSpPr>
          <p:nvPr/>
        </p:nvSpPr>
        <p:spPr>
          <a:xfrm xmlns:a="http://schemas.openxmlformats.org/drawingml/2006/main">
            <a:off x="609600" y="2495550"/>
            <a:ext cx="2209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Report</a:t>
            </a:r>
          </a:p>
        </p:txBody>
      </p:sp>
      <p:sp>
        <p:nvSpPr>
          <p:cNvPr id="15368" name="Photo, place, time&#10;and voice input">
            <a:extLst xmlns:a="http://schemas.openxmlformats.org/drawingml/2006/main">
              <a:ext uri="{FF2B5EF4-FFF2-40B4-BE49-F238E27FC236}">
                <a16:creationId xmlns:a16="http://schemas.microsoft.com/office/drawing/2014/main" id="{BFEAC4C5-B296-47C5-85EA-810FC810C915}"/>
              </a:ext>
            </a:extLst>
          </p:cNvPr>
          <p:cNvSpPr>
            <a:spLocks xmlns:a="http://schemas.openxmlformats.org/drawingml/2006/main" noGrp="1"/>
          </p:cNvSpPr>
          <p:nvPr/>
        </p:nvSpPr>
        <p:spPr>
          <a:xfrm xmlns:a="http://schemas.openxmlformats.org/drawingml/2006/main">
            <a:off x="609600" y="2867025"/>
            <a:ext cx="220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Photo, place, time</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and voice input</a:t>
            </a:r>
          </a:p>
        </p:txBody>
      </p:sp>
      <p:sp>
        <p:nvSpPr>
          <p:cNvPr id="15369" name="">
            <a:extLst xmlns:a="http://schemas.openxmlformats.org/drawingml/2006/main">
              <a:ext uri="{FF2B5EF4-FFF2-40B4-BE49-F238E27FC236}">
                <a16:creationId xmlns:a16="http://schemas.microsoft.com/office/drawing/2014/main" id="{B4A263A1-4EFF-45EA-8846-ECC379DE1E84}"/>
              </a:ext>
            </a:extLst>
          </p:cNvPr>
          <p:cNvSpPr>
            <a:spLocks xmlns:a="http://schemas.openxmlformats.org/drawingml/2006/main" noGrp="1"/>
          </p:cNvSpPr>
          <p:nvPr/>
        </p:nvSpPr>
        <p:spPr>
          <a:xfrm xmlns:a="http://schemas.openxmlformats.org/drawingml/2006/main">
            <a:off x="3400425" y="2400300"/>
            <a:ext cx="2476500" cy="1219200"/>
          </a:xfrm>
          <a:prstGeom xmlns:a="http://schemas.openxmlformats.org/drawingml/2006/main" prst="roundRect">
            <a:avLst>
              <a:gd name="adj" fmla="val 7031"/>
            </a:avLst>
          </a:prstGeom>
          <a:solidFill xmlns:a="http://schemas.openxmlformats.org/drawingml/2006/main">
            <a:srgbClr val="F1F7FA"/>
          </a:solidFill>
          <a:ln xmlns:a="http://schemas.openxmlformats.org/drawingml/2006/main" w="16193">
            <a:solidFill>
              <a:srgbClr val="128367"/>
            </a:solidFill>
          </a:ln>
        </p:spPr>
      </p:sp>
      <p:sp>
        <p:nvSpPr>
          <p:cNvPr id="15370" name="Check">
            <a:extLst xmlns:a="http://schemas.openxmlformats.org/drawingml/2006/main">
              <a:ext uri="{FF2B5EF4-FFF2-40B4-BE49-F238E27FC236}">
                <a16:creationId xmlns:a16="http://schemas.microsoft.com/office/drawing/2014/main" id="{DACC2240-260A-4D4F-8347-D64480975F16}"/>
              </a:ext>
            </a:extLst>
          </p:cNvPr>
          <p:cNvSpPr>
            <a:spLocks xmlns:a="http://schemas.openxmlformats.org/drawingml/2006/main" noGrp="1"/>
          </p:cNvSpPr>
          <p:nvPr/>
        </p:nvSpPr>
        <p:spPr>
          <a:xfrm xmlns:a="http://schemas.openxmlformats.org/drawingml/2006/main">
            <a:off x="3533775" y="2495550"/>
            <a:ext cx="2209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28367"/>
                </a:solidFill>
                <a:latin typeface="Arial"/>
                <a:ea typeface="Arial"/>
                <a:cs typeface="Arial"/>
              </a:defRPr>
            </a:pPr>
            <a:r>
              <a:rPr sz="1800" b="1">
                <a:solidFill>
                  <a:srgbClr val="128367"/>
                </a:solidFill>
                <a:latin typeface="Arial"/>
                <a:ea typeface="Arial"/>
                <a:cs typeface="Arial"/>
              </a:rPr>
              <a:t>Check</a:t>
            </a:r>
          </a:p>
        </p:txBody>
      </p:sp>
      <p:sp>
        <p:nvSpPr>
          <p:cNvPr id="15371" name="Metadata + Gemini&#10;with human review">
            <a:extLst xmlns:a="http://schemas.openxmlformats.org/drawingml/2006/main">
              <a:ext uri="{FF2B5EF4-FFF2-40B4-BE49-F238E27FC236}">
                <a16:creationId xmlns:a16="http://schemas.microsoft.com/office/drawing/2014/main" id="{979FFEE2-C981-4B9C-B37C-B2DCE4E94991}"/>
              </a:ext>
            </a:extLst>
          </p:cNvPr>
          <p:cNvSpPr>
            <a:spLocks xmlns:a="http://schemas.openxmlformats.org/drawingml/2006/main" noGrp="1"/>
          </p:cNvSpPr>
          <p:nvPr/>
        </p:nvSpPr>
        <p:spPr>
          <a:xfrm xmlns:a="http://schemas.openxmlformats.org/drawingml/2006/main">
            <a:off x="3533775" y="2867025"/>
            <a:ext cx="220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Metadata + Gemini</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with human review</a:t>
            </a:r>
          </a:p>
        </p:txBody>
      </p:sp>
      <p:sp>
        <p:nvSpPr>
          <p:cNvPr id="15372" name="">
            <a:extLst xmlns:a="http://schemas.openxmlformats.org/drawingml/2006/main">
              <a:ext uri="{FF2B5EF4-FFF2-40B4-BE49-F238E27FC236}">
                <a16:creationId xmlns:a16="http://schemas.microsoft.com/office/drawing/2014/main" id="{B0484075-E346-4B51-A325-018AFAB651C1}"/>
              </a:ext>
            </a:extLst>
          </p:cNvPr>
          <p:cNvSpPr>
            <a:spLocks xmlns:a="http://schemas.openxmlformats.org/drawingml/2006/main" noGrp="1"/>
          </p:cNvSpPr>
          <p:nvPr/>
        </p:nvSpPr>
        <p:spPr>
          <a:xfrm xmlns:a="http://schemas.openxmlformats.org/drawingml/2006/main">
            <a:off x="6324600" y="2400300"/>
            <a:ext cx="2476500" cy="1219200"/>
          </a:xfrm>
          <a:prstGeom xmlns:a="http://schemas.openxmlformats.org/drawingml/2006/main" prst="roundRect">
            <a:avLst>
              <a:gd name="adj" fmla="val 7031"/>
            </a:avLst>
          </a:prstGeom>
          <a:solidFill xmlns:a="http://schemas.openxmlformats.org/drawingml/2006/main">
            <a:srgbClr val="F1F7FA"/>
          </a:solidFill>
          <a:ln xmlns:a="http://schemas.openxmlformats.org/drawingml/2006/main" w="16193">
            <a:solidFill>
              <a:srgbClr val="0073BC"/>
            </a:solidFill>
          </a:ln>
        </p:spPr>
      </p:sp>
      <p:sp>
        <p:nvSpPr>
          <p:cNvPr id="15373" name="Map">
            <a:extLst xmlns:a="http://schemas.openxmlformats.org/drawingml/2006/main">
              <a:ext uri="{FF2B5EF4-FFF2-40B4-BE49-F238E27FC236}">
                <a16:creationId xmlns:a16="http://schemas.microsoft.com/office/drawing/2014/main" id="{5D7D6322-5C4A-4C7B-BA75-CDDCF9DBD2FA}"/>
              </a:ext>
            </a:extLst>
          </p:cNvPr>
          <p:cNvSpPr>
            <a:spLocks xmlns:a="http://schemas.openxmlformats.org/drawingml/2006/main" noGrp="1"/>
          </p:cNvSpPr>
          <p:nvPr/>
        </p:nvSpPr>
        <p:spPr>
          <a:xfrm xmlns:a="http://schemas.openxmlformats.org/drawingml/2006/main">
            <a:off x="6457950" y="2495550"/>
            <a:ext cx="2209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Map</a:t>
            </a:r>
          </a:p>
        </p:txBody>
      </p:sp>
      <p:sp>
        <p:nvSpPr>
          <p:cNvPr id="15374" name="Active sightings&#10;and 250 m zones">
            <a:extLst xmlns:a="http://schemas.openxmlformats.org/drawingml/2006/main">
              <a:ext uri="{FF2B5EF4-FFF2-40B4-BE49-F238E27FC236}">
                <a16:creationId xmlns:a16="http://schemas.microsoft.com/office/drawing/2014/main" id="{4848AAAE-40D3-461D-B362-854E99556178}"/>
              </a:ext>
            </a:extLst>
          </p:cNvPr>
          <p:cNvSpPr>
            <a:spLocks xmlns:a="http://schemas.openxmlformats.org/drawingml/2006/main" noGrp="1"/>
          </p:cNvSpPr>
          <p:nvPr/>
        </p:nvSpPr>
        <p:spPr>
          <a:xfrm xmlns:a="http://schemas.openxmlformats.org/drawingml/2006/main">
            <a:off x="6457950" y="2867025"/>
            <a:ext cx="220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Active sightings</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and 250 m zones</a:t>
            </a:r>
          </a:p>
        </p:txBody>
      </p:sp>
      <p:sp>
        <p:nvSpPr>
          <p:cNvPr id="15375" name="">
            <a:extLst xmlns:a="http://schemas.openxmlformats.org/drawingml/2006/main">
              <a:ext uri="{FF2B5EF4-FFF2-40B4-BE49-F238E27FC236}">
                <a16:creationId xmlns:a16="http://schemas.microsoft.com/office/drawing/2014/main" id="{8582CE60-8646-47D1-8FFF-3C429E85AF12}"/>
              </a:ext>
            </a:extLst>
          </p:cNvPr>
          <p:cNvSpPr>
            <a:spLocks xmlns:a="http://schemas.openxmlformats.org/drawingml/2006/main" noGrp="1"/>
          </p:cNvSpPr>
          <p:nvPr/>
        </p:nvSpPr>
        <p:spPr>
          <a:xfrm xmlns:a="http://schemas.openxmlformats.org/drawingml/2006/main">
            <a:off x="9248775" y="2400300"/>
            <a:ext cx="2476500" cy="1219200"/>
          </a:xfrm>
          <a:prstGeom xmlns:a="http://schemas.openxmlformats.org/drawingml/2006/main" prst="roundRect">
            <a:avLst>
              <a:gd name="adj" fmla="val 7031"/>
            </a:avLst>
          </a:prstGeom>
          <a:solidFill xmlns:a="http://schemas.openxmlformats.org/drawingml/2006/main">
            <a:srgbClr val="F1F7FA"/>
          </a:solidFill>
          <a:ln xmlns:a="http://schemas.openxmlformats.org/drawingml/2006/main" w="16193">
            <a:solidFill>
              <a:srgbClr val="0073BC"/>
            </a:solidFill>
          </a:ln>
        </p:spPr>
      </p:sp>
      <p:sp>
        <p:nvSpPr>
          <p:cNvPr id="15376" name="Navigate">
            <a:extLst xmlns:a="http://schemas.openxmlformats.org/drawingml/2006/main">
              <a:ext uri="{FF2B5EF4-FFF2-40B4-BE49-F238E27FC236}">
                <a16:creationId xmlns:a16="http://schemas.microsoft.com/office/drawing/2014/main" id="{3B24D90D-58AD-4B67-8834-450B03673D2C}"/>
              </a:ext>
            </a:extLst>
          </p:cNvPr>
          <p:cNvSpPr>
            <a:spLocks xmlns:a="http://schemas.openxmlformats.org/drawingml/2006/main" noGrp="1"/>
          </p:cNvSpPr>
          <p:nvPr/>
        </p:nvSpPr>
        <p:spPr>
          <a:xfrm xmlns:a="http://schemas.openxmlformats.org/drawingml/2006/main">
            <a:off x="9382125" y="2495550"/>
            <a:ext cx="2209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Navigate</a:t>
            </a:r>
          </a:p>
        </p:txBody>
      </p:sp>
      <p:sp>
        <p:nvSpPr>
          <p:cNvPr id="15377" name="Compare walking routes&#10;and open Google Maps">
            <a:extLst xmlns:a="http://schemas.openxmlformats.org/drawingml/2006/main">
              <a:ext uri="{FF2B5EF4-FFF2-40B4-BE49-F238E27FC236}">
                <a16:creationId xmlns:a16="http://schemas.microsoft.com/office/drawing/2014/main" id="{4CA44651-3CE3-45B3-91D5-0C84860EDE29}"/>
              </a:ext>
            </a:extLst>
          </p:cNvPr>
          <p:cNvSpPr>
            <a:spLocks xmlns:a="http://schemas.openxmlformats.org/drawingml/2006/main" noGrp="1"/>
          </p:cNvSpPr>
          <p:nvPr/>
        </p:nvSpPr>
        <p:spPr>
          <a:xfrm xmlns:a="http://schemas.openxmlformats.org/drawingml/2006/main">
            <a:off x="9382125" y="2867025"/>
            <a:ext cx="220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Compare walking routes</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and open Google Maps</a:t>
            </a:r>
          </a:p>
        </p:txBody>
      </p:sp>
      <p:cxnSp>
        <p:nvCxnSpPr>
          <p:cNvPr id="15406" name=""/>
          <p:cNvCxnSpPr>
            <a:stCxn xmlns:a="http://schemas.openxmlformats.org/drawingml/2006/main" id="15366" idx="3"/>
            <a:endCxn xmlns:a="http://schemas.openxmlformats.org/drawingml/2006/main" id="15369" idx="1"/>
          </p:cNvCxnSpPr>
          <p:nvPr/>
        </p:nvCxnSpPr>
        <p:spPr>
          <a:xfrm xmlns:a="http://schemas.openxmlformats.org/drawingml/2006/main">
            <a:off x="2952750" y="3009900"/>
            <a:ext cx="447675" cy="0"/>
          </a:xfrm>
          <a:prstGeom xmlns:a="http://schemas.openxmlformats.org/drawingml/2006/main" prst="straightConnector1">
            <a:avLst/>
          </a:prstGeom>
          <a:ln xmlns:a="http://schemas.openxmlformats.org/drawingml/2006/main" w="22860">
            <a:solidFill>
              <a:srgbClr val="0073BC"/>
            </a:solidFill>
            <a:tailEnd type="arrow" w="med" len="med"/>
          </a:ln>
        </p:spPr>
      </p:cxnSp>
      <p:cxnSp>
        <p:nvCxnSpPr>
          <p:cNvPr id="15407" name=""/>
          <p:cNvCxnSpPr>
            <a:stCxn xmlns:a="http://schemas.openxmlformats.org/drawingml/2006/main" id="15369" idx="3"/>
            <a:endCxn xmlns:a="http://schemas.openxmlformats.org/drawingml/2006/main" id="15372" idx="1"/>
          </p:cNvCxnSpPr>
          <p:nvPr/>
        </p:nvCxnSpPr>
        <p:spPr>
          <a:xfrm xmlns:a="http://schemas.openxmlformats.org/drawingml/2006/main">
            <a:off x="5876925" y="3009900"/>
            <a:ext cx="447675" cy="0"/>
          </a:xfrm>
          <a:prstGeom xmlns:a="http://schemas.openxmlformats.org/drawingml/2006/main" prst="straightConnector1">
            <a:avLst/>
          </a:prstGeom>
          <a:ln xmlns:a="http://schemas.openxmlformats.org/drawingml/2006/main" w="22860">
            <a:solidFill>
              <a:srgbClr val="0073BC"/>
            </a:solidFill>
            <a:tailEnd type="arrow" w="med" len="med"/>
          </a:ln>
        </p:spPr>
      </p:cxnSp>
      <p:cxnSp>
        <p:nvCxnSpPr>
          <p:cNvPr id="15408" name=""/>
          <p:cNvCxnSpPr>
            <a:stCxn xmlns:a="http://schemas.openxmlformats.org/drawingml/2006/main" id="15372" idx="3"/>
            <a:endCxn xmlns:a="http://schemas.openxmlformats.org/drawingml/2006/main" id="15375" idx="1"/>
          </p:cNvCxnSpPr>
          <p:nvPr/>
        </p:nvCxnSpPr>
        <p:spPr>
          <a:xfrm xmlns:a="http://schemas.openxmlformats.org/drawingml/2006/main">
            <a:off x="8801100" y="3009900"/>
            <a:ext cx="447675" cy="0"/>
          </a:xfrm>
          <a:prstGeom xmlns:a="http://schemas.openxmlformats.org/drawingml/2006/main" prst="straightConnector1">
            <a:avLst/>
          </a:prstGeom>
          <a:ln xmlns:a="http://schemas.openxmlformats.org/drawingml/2006/main" w="22860">
            <a:solidFill>
              <a:srgbClr val="0073BC"/>
            </a:solidFill>
            <a:tailEnd type="arrow" w="med" len="med"/>
          </a:ln>
        </p:spPr>
      </p:cxnSp>
      <p:sp>
        <p:nvSpPr>
          <p:cNvPr id="15381" name="How it addresses the problem">
            <a:extLst xmlns:a="http://schemas.openxmlformats.org/drawingml/2006/main">
              <a:ext uri="{FF2B5EF4-FFF2-40B4-BE49-F238E27FC236}">
                <a16:creationId xmlns:a16="http://schemas.microsoft.com/office/drawing/2014/main" id="{59CFDC46-F820-410F-ACA9-7C9DB5A76102}"/>
              </a:ext>
            </a:extLst>
          </p:cNvPr>
          <p:cNvSpPr>
            <a:spLocks xmlns:a="http://schemas.openxmlformats.org/drawingml/2006/main" noGrp="1"/>
          </p:cNvSpPr>
          <p:nvPr/>
        </p:nvSpPr>
        <p:spPr>
          <a:xfrm xmlns:a="http://schemas.openxmlformats.org/drawingml/2006/main">
            <a:off x="476250" y="4029075"/>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F86"/>
                </a:solidFill>
                <a:latin typeface="Arial"/>
                <a:ea typeface="Arial"/>
                <a:cs typeface="Arial"/>
              </a:defRPr>
            </a:pPr>
            <a:r>
              <a:rPr sz="2100" b="1">
                <a:solidFill>
                  <a:srgbClr val="234F86"/>
                </a:solidFill>
                <a:latin typeface="Arial"/>
                <a:ea typeface="Arial"/>
                <a:cs typeface="Arial"/>
              </a:rPr>
              <a:t>How it addresses the problem</a:t>
            </a:r>
          </a:p>
        </p:txBody>
      </p:sp>
      <p:sp>
        <p:nvSpPr>
          <p:cNvPr id="15382" name="Makes recent sightings usable before a walk.&#10;Connects local aware">
            <a:extLst xmlns:a="http://schemas.openxmlformats.org/drawingml/2006/main">
              <a:ext uri="{FF2B5EF4-FFF2-40B4-BE49-F238E27FC236}">
                <a16:creationId xmlns:a16="http://schemas.microsoft.com/office/drawing/2014/main" id="{43F4B193-2BCE-42F6-98BB-F927FBA18898}"/>
              </a:ext>
            </a:extLst>
          </p:cNvPr>
          <p:cNvSpPr>
            <a:spLocks xmlns:a="http://schemas.openxmlformats.org/drawingml/2006/main" noGrp="1"/>
          </p:cNvSpPr>
          <p:nvPr/>
        </p:nvSpPr>
        <p:spPr>
          <a:xfrm xmlns:a="http://schemas.openxmlformats.org/drawingml/2006/main">
            <a:off x="495300" y="4514850"/>
            <a:ext cx="53911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Makes recent sightings usable before a walk.</a:t>
            </a:r>
          </a:p>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Connects local awareness with nearby animal</a:t>
            </a:r>
          </a:p>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and rabies-care searches.</a:t>
            </a:r>
          </a:p>
        </p:txBody>
      </p:sp>
      <p:sp>
        <p:nvSpPr>
          <p:cNvPr id="15383" name="Innovation and uniqueness">
            <a:extLst xmlns:a="http://schemas.openxmlformats.org/drawingml/2006/main">
              <a:ext uri="{FF2B5EF4-FFF2-40B4-BE49-F238E27FC236}">
                <a16:creationId xmlns:a16="http://schemas.microsoft.com/office/drawing/2014/main" id="{90DE9FCF-1BD3-4C5B-9F95-884781D57C36}"/>
              </a:ext>
            </a:extLst>
          </p:cNvPr>
          <p:cNvSpPr>
            <a:spLocks xmlns:a="http://schemas.openxmlformats.org/drawingml/2006/main" noGrp="1"/>
          </p:cNvSpPr>
          <p:nvPr/>
        </p:nvSpPr>
        <p:spPr>
          <a:xfrm xmlns:a="http://schemas.openxmlformats.org/drawingml/2006/main">
            <a:off x="6305550" y="4029075"/>
            <a:ext cx="542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F86"/>
                </a:solidFill>
                <a:latin typeface="Arial"/>
                <a:ea typeface="Arial"/>
                <a:cs typeface="Arial"/>
              </a:defRPr>
            </a:pPr>
            <a:r>
              <a:rPr sz="2100" b="1">
                <a:solidFill>
                  <a:srgbClr val="234F86"/>
                </a:solidFill>
                <a:latin typeface="Arial"/>
                <a:ea typeface="Arial"/>
                <a:cs typeface="Arial"/>
              </a:rPr>
              <a:t>Innovation and uniqueness</a:t>
            </a:r>
          </a:p>
        </p:txBody>
      </p:sp>
      <p:sp>
        <p:nvSpPr>
          <p:cNvPr id="15384" name="Checks the evidence behind each report.&#10;Ranks routes by exposure ">
            <a:extLst xmlns:a="http://schemas.openxmlformats.org/drawingml/2006/main">
              <a:ext uri="{FF2B5EF4-FFF2-40B4-BE49-F238E27FC236}">
                <a16:creationId xmlns:a16="http://schemas.microsoft.com/office/drawing/2014/main" id="{03830289-4977-4EFB-B024-E55B0F9514DA}"/>
              </a:ext>
            </a:extLst>
          </p:cNvPr>
          <p:cNvSpPr>
            <a:spLocks xmlns:a="http://schemas.openxmlformats.org/drawingml/2006/main" noGrp="1"/>
          </p:cNvSpPr>
          <p:nvPr/>
        </p:nvSpPr>
        <p:spPr>
          <a:xfrm xmlns:a="http://schemas.openxmlformats.org/drawingml/2006/main">
            <a:off x="6324600" y="4514850"/>
            <a:ext cx="53530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Checks the evidence behind each report.</a:t>
            </a:r>
          </a:p>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Ranks routes by exposure to active sightings.</a:t>
            </a:r>
          </a:p>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Keeps report status and reasons traceable.</a:t>
            </a:r>
          </a:p>
        </p:txBody>
      </p:sp>
      <p:sp>
        <p:nvSpPr>
          <p:cNvPr id="15385" name="Designed for precaution and informed choices. No route carries a ">
            <a:extLst xmlns:a="http://schemas.openxmlformats.org/drawingml/2006/main">
              <a:ext uri="{FF2B5EF4-FFF2-40B4-BE49-F238E27FC236}">
                <a16:creationId xmlns:a16="http://schemas.microsoft.com/office/drawing/2014/main" id="{74ED8013-55A5-4CDE-9223-C9DC7DA536F6}"/>
              </a:ext>
            </a:extLst>
          </p:cNvPr>
          <p:cNvSpPr>
            <a:spLocks xmlns:a="http://schemas.openxmlformats.org/drawingml/2006/main" noGrp="1"/>
          </p:cNvSpPr>
          <p:nvPr/>
        </p:nvSpPr>
        <p:spPr>
          <a:xfrm xmlns:a="http://schemas.openxmlformats.org/drawingml/2006/main">
            <a:off x="495300" y="5943600"/>
            <a:ext cx="10953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66875"/>
                </a:solidFill>
                <a:latin typeface="Arial"/>
                <a:ea typeface="Arial"/>
                <a:cs typeface="Arial"/>
              </a:defRPr>
            </a:pPr>
            <a:r>
              <a:rPr sz="1575" b="0">
                <a:solidFill>
                  <a:srgbClr val="566875"/>
                </a:solidFill>
                <a:latin typeface="Arial"/>
                <a:ea typeface="Arial"/>
                <a:cs typeface="Arial"/>
              </a:rPr>
              <a:t>Designed for precaution and informed choices. No route carries a safety guarantee.</a:t>
            </a:r>
          </a:p>
        </p:txBody>
      </p:sp>
    </p:spTree>
    <p:extLst>
      <p:ext uri="{BB962C8B-B14F-4D97-AF65-F5344CB8AC3E}">
        <p14:creationId xmlns:p14="http://schemas.microsoft.com/office/powerpoint/2010/main" val="123660043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7409" name="Title 1">
            <a:extLst xmlns:a="http://schemas.openxmlformats.org/drawingml/2006/main">
              <a:ext uri="{FF2B5EF4-FFF2-40B4-BE49-F238E27FC236}">
                <a16:creationId xmlns:a16="http://schemas.microsoft.com/office/drawing/2014/main" id="{D6A43CB7-B0DC-4F9F-9F44-7160FA0B46B9}"/>
              </a:ext>
            </a:extLst>
          </p:cNvPr>
          <p:cNvSpPr>
            <a:spLocks xmlns:a="http://schemas.openxmlformats.org/drawingml/2006/main" noGrp="1"/>
          </p:cNvSpPr>
          <p:nvPr>
            <p:ph type="title" idx="0"/>
          </p:nvPr>
        </p:nvSpPr>
        <p:spPr>
          <a:xfrm xmlns:a="http://schemas.openxmlformats.org/drawingml/2006/main">
            <a:off x="1714500" y="209550"/>
            <a:ext cx="8048625" cy="914400"/>
          </a:xfrm>
        </p:spPr>
        <p:txBody>
          <a:bodyPr xmlns:a="http://schemas.openxmlformats.org/drawingml/2006/main"/>
          <a:lstStyle xmlns:a="http://schemas.openxmlformats.org/drawingml/2006/main"/>
          <a:p xmlns:a="http://schemas.openxmlformats.org/drawingml/2006/main">
            <a:pPr algn="ctr">
              <a:buNone/>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TECHNICAL APPROACH</a:t>
            </a:r>
          </a:p>
        </p:txBody>
      </p:sp>
      <p:sp>
        <p:nvSpPr>
          <p:cNvPr id="6" name="Slide Number Placeholder 5">
            <a:extLst xmlns:a="http://schemas.openxmlformats.org/drawingml/2006/main">
              <a:ext uri="{FF2B5EF4-FFF2-40B4-BE49-F238E27FC236}">
                <a16:creationId xmlns:a16="http://schemas.microsoft.com/office/drawing/2014/main" id="{6765AE9E-B059-41F1-86C9-BD267C3AFC4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77C3CE7-23F7-4828-823C-E0205DF2CF97}" type="slidenum">
              <a:rPr b="1">
                <a:solidFill>
                  <a:schemeClr val="bg1"/>
                </a:solidFill>
              </a:rPr>
              <a:t>3</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C4002B7D-6A60-43DE-B713-47E528BB2949}"/>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1" name="Oval 10">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125" b="1">
                <a:solidFill>
                  <a:srgbClr val="234F86"/>
                </a:solidFill>
                <a:latin typeface="Arial"/>
                <a:ea typeface="Arial"/>
                <a:cs typeface="Arial"/>
              </a:defRPr>
            </a:pPr>
            <a:r>
              <a:rPr sz="1125" b="1">
                <a:solidFill>
                  <a:srgbClr val="234F86"/>
                </a:solidFill>
                <a:latin typeface="Arial"/>
                <a:ea typeface="Arial"/>
                <a:cs typeface="Arial"/>
              </a:rPr>
              <a:t>Team</a:t>
            </a:r>
            <a:endParaRPr/>
          </a:p>
          <a:p xmlns:a="http://schemas.openxmlformats.org/drawingml/2006/main">
            <a:pPr algn="ctr">
              <a:buNone/>
              <a:defRPr sz="1125" b="1">
                <a:solidFill>
                  <a:srgbClr val="234F86"/>
                </a:solidFill>
                <a:latin typeface="Arial"/>
                <a:ea typeface="Arial"/>
                <a:cs typeface="Arial"/>
              </a:defRPr>
            </a:pPr>
            <a:r>
              <a:rPr sz="1125" b="1">
                <a:solidFill>
                  <a:srgbClr val="234F86"/>
                </a:solidFill>
                <a:latin typeface="Arial"/>
                <a:ea typeface="Arial"/>
                <a:cs typeface="Arial"/>
              </a:rPr>
              <a:t>Pawlytics</a:t>
            </a:r>
            <a:endParaRPr/>
          </a:p>
        </p:txBody>
      </p:sp>
      <p:pic>
        <p:nvPicPr>
          <p:cNvPr id="17443" name="Picture 11"/>
          <p:cNvPicPr>
            <a:picLocks xmlns:a="http://schemas.openxmlformats.org/drawingml/2006/main" noChangeAspect="1"/>
          </p:cNvPicPr>
          <p:nvPr/>
        </p:nvPicPr>
        <p:blipFill>
          <a:blip xmlns:r="http://schemas.openxmlformats.org/officeDocument/2006/relationships" xmlns:a="http://schemas.openxmlformats.org/drawingml/2006/main" r:embed="R9b2f20c729634fa5"/>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Evidence in. A moderated safety signal out.">
            <a:extLst xmlns:a="http://schemas.openxmlformats.org/drawingml/2006/main">
              <a:ext uri="{FF2B5EF4-FFF2-40B4-BE49-F238E27FC236}">
                <a16:creationId xmlns:a16="http://schemas.microsoft.com/office/drawing/2014/main" id="{BB1BCEF8-164B-4D47-AE42-C6CE1EDF8FF9}"/>
              </a:ext>
            </a:extLst>
          </p:cNvPr>
          <p:cNvSpPr>
            <a:spLocks xmlns:a="http://schemas.openxmlformats.org/drawingml/2006/main" noGrp="1"/>
          </p:cNvSpPr>
          <p:nvPr/>
        </p:nvSpPr>
        <p:spPr>
          <a:xfrm xmlns:a="http://schemas.openxmlformats.org/drawingml/2006/main">
            <a:off x="476250" y="13144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34F86"/>
                </a:solidFill>
                <a:latin typeface="Arial"/>
                <a:ea typeface="Arial"/>
                <a:cs typeface="Arial"/>
              </a:defRPr>
            </a:pPr>
            <a:r>
              <a:rPr sz="2325" b="1">
                <a:solidFill>
                  <a:srgbClr val="234F86"/>
                </a:solidFill>
                <a:latin typeface="Arial"/>
                <a:ea typeface="Arial"/>
                <a:cs typeface="Arial"/>
              </a:rPr>
              <a:t>Evidence in. A moderated safety signal out.</a:t>
            </a:r>
          </a:p>
        </p:txBody>
      </p:sp>
      <p:sp>
        <p:nvSpPr>
          <p:cNvPr id="17413" name="">
            <a:extLst xmlns:a="http://schemas.openxmlformats.org/drawingml/2006/main">
              <a:ext uri="{FF2B5EF4-FFF2-40B4-BE49-F238E27FC236}">
                <a16:creationId xmlns:a16="http://schemas.microsoft.com/office/drawing/2014/main" id="{61768818-7CF0-4E1A-8BDE-19AFB4701A57}"/>
              </a:ext>
            </a:extLst>
          </p:cNvPr>
          <p:cNvSpPr>
            <a:spLocks xmlns:a="http://schemas.openxmlformats.org/drawingml/2006/main" noGrp="1"/>
          </p:cNvSpPr>
          <p:nvPr/>
        </p:nvSpPr>
        <p:spPr>
          <a:xfrm xmlns:a="http://schemas.openxmlformats.org/drawingml/2006/main">
            <a:off x="476250" y="2066925"/>
            <a:ext cx="3190875" cy="1219200"/>
          </a:xfrm>
          <a:prstGeom xmlns:a="http://schemas.openxmlformats.org/drawingml/2006/main" prst="roundRect">
            <a:avLst>
              <a:gd name="adj" fmla="val 7031"/>
            </a:avLst>
          </a:prstGeom>
          <a:solidFill xmlns:a="http://schemas.openxmlformats.org/drawingml/2006/main">
            <a:srgbClr val="F1F7FA"/>
          </a:solidFill>
          <a:ln xmlns:a="http://schemas.openxmlformats.org/drawingml/2006/main" w="16193">
            <a:solidFill>
              <a:srgbClr val="0073BC"/>
            </a:solidFill>
          </a:ln>
        </p:spPr>
      </p:sp>
      <p:sp>
        <p:nvSpPr>
          <p:cNvPr id="17414" name="01  Capture">
            <a:extLst xmlns:a="http://schemas.openxmlformats.org/drawingml/2006/main">
              <a:ext uri="{FF2B5EF4-FFF2-40B4-BE49-F238E27FC236}">
                <a16:creationId xmlns:a16="http://schemas.microsoft.com/office/drawing/2014/main" id="{CD3E43F5-5107-4C94-828E-55B69EB9C5D1}"/>
              </a:ext>
            </a:extLst>
          </p:cNvPr>
          <p:cNvSpPr>
            <a:spLocks xmlns:a="http://schemas.openxmlformats.org/drawingml/2006/main" noGrp="1"/>
          </p:cNvSpPr>
          <p:nvPr/>
        </p:nvSpPr>
        <p:spPr>
          <a:xfrm xmlns:a="http://schemas.openxmlformats.org/drawingml/2006/main">
            <a:off x="609600" y="2162175"/>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01  Capture</a:t>
            </a:r>
          </a:p>
        </p:txBody>
      </p:sp>
      <p:sp>
        <p:nvSpPr>
          <p:cNvPr id="17415" name="React + TypeScript + Vite&#10;Google login, photo and voice">
            <a:extLst xmlns:a="http://schemas.openxmlformats.org/drawingml/2006/main">
              <a:ext uri="{FF2B5EF4-FFF2-40B4-BE49-F238E27FC236}">
                <a16:creationId xmlns:a16="http://schemas.microsoft.com/office/drawing/2014/main" id="{D7F1E7D1-B9DF-4D0C-9024-A078FA082B5C}"/>
              </a:ext>
            </a:extLst>
          </p:cNvPr>
          <p:cNvSpPr>
            <a:spLocks xmlns:a="http://schemas.openxmlformats.org/drawingml/2006/main" noGrp="1"/>
          </p:cNvSpPr>
          <p:nvPr/>
        </p:nvSpPr>
        <p:spPr>
          <a:xfrm xmlns:a="http://schemas.openxmlformats.org/drawingml/2006/main">
            <a:off x="609600" y="2533650"/>
            <a:ext cx="29241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React + TypeScript + Vite</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Google login, photo and voice</a:t>
            </a:r>
          </a:p>
        </p:txBody>
      </p:sp>
      <p:sp>
        <p:nvSpPr>
          <p:cNvPr id="17416" name="">
            <a:extLst xmlns:a="http://schemas.openxmlformats.org/drawingml/2006/main">
              <a:ext uri="{FF2B5EF4-FFF2-40B4-BE49-F238E27FC236}">
                <a16:creationId xmlns:a16="http://schemas.microsoft.com/office/drawing/2014/main" id="{07C68BB3-97C9-40E5-A476-285919B3D520}"/>
              </a:ext>
            </a:extLst>
          </p:cNvPr>
          <p:cNvSpPr>
            <a:spLocks xmlns:a="http://schemas.openxmlformats.org/drawingml/2006/main" noGrp="1"/>
          </p:cNvSpPr>
          <p:nvPr/>
        </p:nvSpPr>
        <p:spPr>
          <a:xfrm xmlns:a="http://schemas.openxmlformats.org/drawingml/2006/main">
            <a:off x="4514850" y="2066925"/>
            <a:ext cx="3190875" cy="1219200"/>
          </a:xfrm>
          <a:prstGeom xmlns:a="http://schemas.openxmlformats.org/drawingml/2006/main" prst="roundRect">
            <a:avLst>
              <a:gd name="adj" fmla="val 7031"/>
            </a:avLst>
          </a:prstGeom>
          <a:solidFill xmlns:a="http://schemas.openxmlformats.org/drawingml/2006/main">
            <a:srgbClr val="F1F7FA"/>
          </a:solidFill>
          <a:ln xmlns:a="http://schemas.openxmlformats.org/drawingml/2006/main" w="16193">
            <a:solidFill>
              <a:srgbClr val="0073BC"/>
            </a:solidFill>
          </a:ln>
        </p:spPr>
      </p:sp>
      <p:sp>
        <p:nvSpPr>
          <p:cNvPr id="17417" name="02  Private evidence">
            <a:extLst xmlns:a="http://schemas.openxmlformats.org/drawingml/2006/main">
              <a:ext uri="{FF2B5EF4-FFF2-40B4-BE49-F238E27FC236}">
                <a16:creationId xmlns:a16="http://schemas.microsoft.com/office/drawing/2014/main" id="{6DEDB3B7-2024-4E7D-892D-01C9DA6C57CC}"/>
              </a:ext>
            </a:extLst>
          </p:cNvPr>
          <p:cNvSpPr>
            <a:spLocks xmlns:a="http://schemas.openxmlformats.org/drawingml/2006/main" noGrp="1"/>
          </p:cNvSpPr>
          <p:nvPr/>
        </p:nvSpPr>
        <p:spPr>
          <a:xfrm xmlns:a="http://schemas.openxmlformats.org/drawingml/2006/main">
            <a:off x="4648200" y="2162175"/>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02  Private evidence</a:t>
            </a:r>
          </a:p>
        </p:txBody>
      </p:sp>
      <p:sp>
        <p:nvSpPr>
          <p:cNvPr id="17418" name="Cloud Storage: original images&#10;Firestore: reports and metadata">
            <a:extLst xmlns:a="http://schemas.openxmlformats.org/drawingml/2006/main">
              <a:ext uri="{FF2B5EF4-FFF2-40B4-BE49-F238E27FC236}">
                <a16:creationId xmlns:a16="http://schemas.microsoft.com/office/drawing/2014/main" id="{B77F5B53-5972-4EAA-9FFD-C8AE66E0AB79}"/>
              </a:ext>
            </a:extLst>
          </p:cNvPr>
          <p:cNvSpPr>
            <a:spLocks xmlns:a="http://schemas.openxmlformats.org/drawingml/2006/main" noGrp="1"/>
          </p:cNvSpPr>
          <p:nvPr/>
        </p:nvSpPr>
        <p:spPr>
          <a:xfrm xmlns:a="http://schemas.openxmlformats.org/drawingml/2006/main">
            <a:off x="4648200" y="2533650"/>
            <a:ext cx="29241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Cloud Storage: original images</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Firestore: reports and metadata</a:t>
            </a:r>
          </a:p>
        </p:txBody>
      </p:sp>
      <p:sp>
        <p:nvSpPr>
          <p:cNvPr id="17419" name="">
            <a:extLst xmlns:a="http://schemas.openxmlformats.org/drawingml/2006/main">
              <a:ext uri="{FF2B5EF4-FFF2-40B4-BE49-F238E27FC236}">
                <a16:creationId xmlns:a16="http://schemas.microsoft.com/office/drawing/2014/main" id="{D81EE7EA-5D8D-47CE-9E99-66F6BB4F956A}"/>
              </a:ext>
            </a:extLst>
          </p:cNvPr>
          <p:cNvSpPr>
            <a:spLocks xmlns:a="http://schemas.openxmlformats.org/drawingml/2006/main" noGrp="1"/>
          </p:cNvSpPr>
          <p:nvPr/>
        </p:nvSpPr>
        <p:spPr>
          <a:xfrm xmlns:a="http://schemas.openxmlformats.org/drawingml/2006/main">
            <a:off x="8543925" y="2066925"/>
            <a:ext cx="3190875" cy="1219200"/>
          </a:xfrm>
          <a:prstGeom xmlns:a="http://schemas.openxmlformats.org/drawingml/2006/main" prst="roundRect">
            <a:avLst>
              <a:gd name="adj" fmla="val 7031"/>
            </a:avLst>
          </a:prstGeom>
          <a:solidFill xmlns:a="http://schemas.openxmlformats.org/drawingml/2006/main">
            <a:srgbClr val="F1F7FA"/>
          </a:solidFill>
          <a:ln xmlns:a="http://schemas.openxmlformats.org/drawingml/2006/main" w="16193">
            <a:solidFill>
              <a:srgbClr val="128367"/>
            </a:solidFill>
          </a:ln>
        </p:spPr>
      </p:sp>
      <p:sp>
        <p:nvSpPr>
          <p:cNvPr id="17420" name="03  Server checks">
            <a:extLst xmlns:a="http://schemas.openxmlformats.org/drawingml/2006/main">
              <a:ext uri="{FF2B5EF4-FFF2-40B4-BE49-F238E27FC236}">
                <a16:creationId xmlns:a16="http://schemas.microsoft.com/office/drawing/2014/main" id="{48E29FB0-6F9E-4071-B936-3FE58CC8E068}"/>
              </a:ext>
            </a:extLst>
          </p:cNvPr>
          <p:cNvSpPr>
            <a:spLocks xmlns:a="http://schemas.openxmlformats.org/drawingml/2006/main" noGrp="1"/>
          </p:cNvSpPr>
          <p:nvPr/>
        </p:nvSpPr>
        <p:spPr>
          <a:xfrm xmlns:a="http://schemas.openxmlformats.org/drawingml/2006/main">
            <a:off x="8677275" y="2162175"/>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28367"/>
                </a:solidFill>
                <a:latin typeface="Arial"/>
                <a:ea typeface="Arial"/>
                <a:cs typeface="Arial"/>
              </a:defRPr>
            </a:pPr>
            <a:r>
              <a:rPr sz="1800" b="1">
                <a:solidFill>
                  <a:srgbClr val="128367"/>
                </a:solidFill>
                <a:latin typeface="Arial"/>
                <a:ea typeface="Arial"/>
                <a:cs typeface="Arial"/>
              </a:rPr>
              <a:t>03  Server checks</a:t>
            </a:r>
          </a:p>
        </p:txBody>
      </p:sp>
      <p:sp>
        <p:nvSpPr>
          <p:cNvPr id="17421" name="Firebase Cloud Functions&#10;Metadata, duplicates and policy">
            <a:extLst xmlns:a="http://schemas.openxmlformats.org/drawingml/2006/main">
              <a:ext uri="{FF2B5EF4-FFF2-40B4-BE49-F238E27FC236}">
                <a16:creationId xmlns:a16="http://schemas.microsoft.com/office/drawing/2014/main" id="{9C235F3E-A9C6-4491-A91C-17010F327801}"/>
              </a:ext>
            </a:extLst>
          </p:cNvPr>
          <p:cNvSpPr>
            <a:spLocks xmlns:a="http://schemas.openxmlformats.org/drawingml/2006/main" noGrp="1"/>
          </p:cNvSpPr>
          <p:nvPr/>
        </p:nvSpPr>
        <p:spPr>
          <a:xfrm xmlns:a="http://schemas.openxmlformats.org/drawingml/2006/main">
            <a:off x="8677275" y="2533650"/>
            <a:ext cx="29241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Firebase Cloud Functions</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Metadata, duplicates and policy</a:t>
            </a:r>
          </a:p>
        </p:txBody>
      </p:sp>
      <p:sp>
        <p:nvSpPr>
          <p:cNvPr id="17422" name="">
            <a:extLst xmlns:a="http://schemas.openxmlformats.org/drawingml/2006/main">
              <a:ext uri="{FF2B5EF4-FFF2-40B4-BE49-F238E27FC236}">
                <a16:creationId xmlns:a16="http://schemas.microsoft.com/office/drawing/2014/main" id="{CED176A2-87E0-463B-845B-62183B2AB679}"/>
              </a:ext>
            </a:extLst>
          </p:cNvPr>
          <p:cNvSpPr>
            <a:spLocks xmlns:a="http://schemas.openxmlformats.org/drawingml/2006/main" noGrp="1"/>
          </p:cNvSpPr>
          <p:nvPr/>
        </p:nvSpPr>
        <p:spPr>
          <a:xfrm xmlns:a="http://schemas.openxmlformats.org/drawingml/2006/main">
            <a:off x="476250" y="4019550"/>
            <a:ext cx="3190875" cy="1219200"/>
          </a:xfrm>
          <a:prstGeom xmlns:a="http://schemas.openxmlformats.org/drawingml/2006/main" prst="roundRect">
            <a:avLst>
              <a:gd name="adj" fmla="val 7031"/>
            </a:avLst>
          </a:prstGeom>
          <a:solidFill xmlns:a="http://schemas.openxmlformats.org/drawingml/2006/main">
            <a:srgbClr val="F1F7FA"/>
          </a:solidFill>
          <a:ln xmlns:a="http://schemas.openxmlformats.org/drawingml/2006/main" w="16193">
            <a:solidFill>
              <a:srgbClr val="0073BC"/>
            </a:solidFill>
          </a:ln>
        </p:spPr>
      </p:sp>
      <p:sp>
        <p:nvSpPr>
          <p:cNvPr id="17423" name="06  Map + routing">
            <a:extLst xmlns:a="http://schemas.openxmlformats.org/drawingml/2006/main">
              <a:ext uri="{FF2B5EF4-FFF2-40B4-BE49-F238E27FC236}">
                <a16:creationId xmlns:a16="http://schemas.microsoft.com/office/drawing/2014/main" id="{1F97EF90-249B-452D-A657-49A4FDD535F5}"/>
              </a:ext>
            </a:extLst>
          </p:cNvPr>
          <p:cNvSpPr>
            <a:spLocks xmlns:a="http://schemas.openxmlformats.org/drawingml/2006/main" noGrp="1"/>
          </p:cNvSpPr>
          <p:nvPr/>
        </p:nvSpPr>
        <p:spPr>
          <a:xfrm xmlns:a="http://schemas.openxmlformats.org/drawingml/2006/main">
            <a:off x="609600" y="4114800"/>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06  Map + routing</a:t>
            </a:r>
          </a:p>
        </p:txBody>
      </p:sp>
      <p:sp>
        <p:nvSpPr>
          <p:cNvPr id="17424" name="Live Firestore public sightings&#10;Google Maps route comparison">
            <a:extLst xmlns:a="http://schemas.openxmlformats.org/drawingml/2006/main">
              <a:ext uri="{FF2B5EF4-FFF2-40B4-BE49-F238E27FC236}">
                <a16:creationId xmlns:a16="http://schemas.microsoft.com/office/drawing/2014/main" id="{C09F615D-B965-436E-B30D-7FD22172A303}"/>
              </a:ext>
            </a:extLst>
          </p:cNvPr>
          <p:cNvSpPr>
            <a:spLocks xmlns:a="http://schemas.openxmlformats.org/drawingml/2006/main" noGrp="1"/>
          </p:cNvSpPr>
          <p:nvPr/>
        </p:nvSpPr>
        <p:spPr>
          <a:xfrm xmlns:a="http://schemas.openxmlformats.org/drawingml/2006/main">
            <a:off x="609600" y="4486275"/>
            <a:ext cx="29241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Live Firestore public sightings</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Google Maps route comparison</a:t>
            </a:r>
          </a:p>
        </p:txBody>
      </p:sp>
      <p:sp>
        <p:nvSpPr>
          <p:cNvPr id="17425" name="">
            <a:extLst xmlns:a="http://schemas.openxmlformats.org/drawingml/2006/main">
              <a:ext uri="{FF2B5EF4-FFF2-40B4-BE49-F238E27FC236}">
                <a16:creationId xmlns:a16="http://schemas.microsoft.com/office/drawing/2014/main" id="{62CCA2E7-9F69-4F56-B72B-0332DD4249DD}"/>
              </a:ext>
            </a:extLst>
          </p:cNvPr>
          <p:cNvSpPr>
            <a:spLocks xmlns:a="http://schemas.openxmlformats.org/drawingml/2006/main" noGrp="1"/>
          </p:cNvSpPr>
          <p:nvPr/>
        </p:nvSpPr>
        <p:spPr>
          <a:xfrm xmlns:a="http://schemas.openxmlformats.org/drawingml/2006/main">
            <a:off x="4514850" y="4019550"/>
            <a:ext cx="3190875" cy="1219200"/>
          </a:xfrm>
          <a:prstGeom xmlns:a="http://schemas.openxmlformats.org/drawingml/2006/main" prst="roundRect">
            <a:avLst>
              <a:gd name="adj" fmla="val 7031"/>
            </a:avLst>
          </a:prstGeom>
          <a:solidFill xmlns:a="http://schemas.openxmlformats.org/drawingml/2006/main">
            <a:srgbClr val="F1F7FA"/>
          </a:solidFill>
          <a:ln xmlns:a="http://schemas.openxmlformats.org/drawingml/2006/main" w="16193">
            <a:solidFill>
              <a:srgbClr val="128367"/>
            </a:solidFill>
          </a:ln>
        </p:spPr>
      </p:sp>
      <p:sp>
        <p:nvSpPr>
          <p:cNvPr id="17426" name="05  Moderation">
            <a:extLst xmlns:a="http://schemas.openxmlformats.org/drawingml/2006/main">
              <a:ext uri="{FF2B5EF4-FFF2-40B4-BE49-F238E27FC236}">
                <a16:creationId xmlns:a16="http://schemas.microsoft.com/office/drawing/2014/main" id="{E6C3C14C-7C52-44C7-BA59-5C3DAEBA8CCC}"/>
              </a:ext>
            </a:extLst>
          </p:cNvPr>
          <p:cNvSpPr>
            <a:spLocks xmlns:a="http://schemas.openxmlformats.org/drawingml/2006/main" noGrp="1"/>
          </p:cNvSpPr>
          <p:nvPr/>
        </p:nvSpPr>
        <p:spPr>
          <a:xfrm xmlns:a="http://schemas.openxmlformats.org/drawingml/2006/main">
            <a:off x="4648200" y="4114800"/>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28367"/>
                </a:solidFill>
                <a:latin typeface="Arial"/>
                <a:ea typeface="Arial"/>
                <a:cs typeface="Arial"/>
              </a:defRPr>
            </a:pPr>
            <a:r>
              <a:rPr sz="1800" b="1">
                <a:solidFill>
                  <a:srgbClr val="128367"/>
                </a:solidFill>
                <a:latin typeface="Arial"/>
                <a:ea typeface="Arial"/>
                <a:cs typeface="Arial"/>
              </a:rPr>
              <a:t>05  Moderation</a:t>
            </a:r>
          </a:p>
        </p:txBody>
      </p:sp>
      <p:sp>
        <p:nvSpPr>
          <p:cNvPr id="17427" name="Provisional publish, human&#10;review or reject / expiry">
            <a:extLst xmlns:a="http://schemas.openxmlformats.org/drawingml/2006/main">
              <a:ext uri="{FF2B5EF4-FFF2-40B4-BE49-F238E27FC236}">
                <a16:creationId xmlns:a16="http://schemas.microsoft.com/office/drawing/2014/main" id="{F2610B1C-84B7-4FD9-9CB1-7483D022A6EF}"/>
              </a:ext>
            </a:extLst>
          </p:cNvPr>
          <p:cNvSpPr>
            <a:spLocks xmlns:a="http://schemas.openxmlformats.org/drawingml/2006/main" noGrp="1"/>
          </p:cNvSpPr>
          <p:nvPr/>
        </p:nvSpPr>
        <p:spPr>
          <a:xfrm xmlns:a="http://schemas.openxmlformats.org/drawingml/2006/main">
            <a:off x="4648200" y="4486275"/>
            <a:ext cx="29241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Provisional publish, human</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review or reject / expiry</a:t>
            </a:r>
          </a:p>
        </p:txBody>
      </p:sp>
      <p:sp>
        <p:nvSpPr>
          <p:cNvPr id="17428" name="">
            <a:extLst xmlns:a="http://schemas.openxmlformats.org/drawingml/2006/main">
              <a:ext uri="{FF2B5EF4-FFF2-40B4-BE49-F238E27FC236}">
                <a16:creationId xmlns:a16="http://schemas.microsoft.com/office/drawing/2014/main" id="{F1222AA8-4F4D-4FA7-8B56-07C3AE8D5A6F}"/>
              </a:ext>
            </a:extLst>
          </p:cNvPr>
          <p:cNvSpPr>
            <a:spLocks xmlns:a="http://schemas.openxmlformats.org/drawingml/2006/main" noGrp="1"/>
          </p:cNvSpPr>
          <p:nvPr/>
        </p:nvSpPr>
        <p:spPr>
          <a:xfrm xmlns:a="http://schemas.openxmlformats.org/drawingml/2006/main">
            <a:off x="8543925" y="4019550"/>
            <a:ext cx="3190875" cy="1219200"/>
          </a:xfrm>
          <a:prstGeom xmlns:a="http://schemas.openxmlformats.org/drawingml/2006/main" prst="roundRect">
            <a:avLst>
              <a:gd name="adj" fmla="val 7031"/>
            </a:avLst>
          </a:prstGeom>
          <a:solidFill xmlns:a="http://schemas.openxmlformats.org/drawingml/2006/main">
            <a:srgbClr val="F1F7FA"/>
          </a:solidFill>
          <a:ln xmlns:a="http://schemas.openxmlformats.org/drawingml/2006/main" w="16193">
            <a:solidFill>
              <a:srgbClr val="0073BC"/>
            </a:solidFill>
          </a:ln>
        </p:spPr>
      </p:sp>
      <p:sp>
        <p:nvSpPr>
          <p:cNvPr id="17429" name="04  Gemini analysis">
            <a:extLst xmlns:a="http://schemas.openxmlformats.org/drawingml/2006/main">
              <a:ext uri="{FF2B5EF4-FFF2-40B4-BE49-F238E27FC236}">
                <a16:creationId xmlns:a16="http://schemas.microsoft.com/office/drawing/2014/main" id="{F8ADE248-5D53-49CF-981C-3A8EF91734D5}"/>
              </a:ext>
            </a:extLst>
          </p:cNvPr>
          <p:cNvSpPr>
            <a:spLocks xmlns:a="http://schemas.openxmlformats.org/drawingml/2006/main" noGrp="1"/>
          </p:cNvSpPr>
          <p:nvPr/>
        </p:nvSpPr>
        <p:spPr>
          <a:xfrm xmlns:a="http://schemas.openxmlformats.org/drawingml/2006/main">
            <a:off x="8677275" y="4114800"/>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04  Gemini analysis</a:t>
            </a:r>
          </a:p>
        </p:txBody>
      </p:sp>
      <p:sp>
        <p:nvSpPr>
          <p:cNvPr id="17430" name="Dog count and scene evidence&#10;Model fallbacks, server-held key">
            <a:extLst xmlns:a="http://schemas.openxmlformats.org/drawingml/2006/main">
              <a:ext uri="{FF2B5EF4-FFF2-40B4-BE49-F238E27FC236}">
                <a16:creationId xmlns:a16="http://schemas.microsoft.com/office/drawing/2014/main" id="{CEC9DEF0-0D16-40EC-9F89-11C5B3992612}"/>
              </a:ext>
            </a:extLst>
          </p:cNvPr>
          <p:cNvSpPr>
            <a:spLocks xmlns:a="http://schemas.openxmlformats.org/drawingml/2006/main" noGrp="1"/>
          </p:cNvSpPr>
          <p:nvPr/>
        </p:nvSpPr>
        <p:spPr>
          <a:xfrm xmlns:a="http://schemas.openxmlformats.org/drawingml/2006/main">
            <a:off x="8677275" y="4486275"/>
            <a:ext cx="29241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Dog count and scene evidence</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Model fallbacks, server-held key</a:t>
            </a:r>
          </a:p>
        </p:txBody>
      </p:sp>
      <p:cxnSp>
        <p:nvCxnSpPr>
          <p:cNvPr id="17463" name=""/>
          <p:cNvCxnSpPr>
            <a:stCxn xmlns:a="http://schemas.openxmlformats.org/drawingml/2006/main" id="17413" idx="3"/>
            <a:endCxn xmlns:a="http://schemas.openxmlformats.org/drawingml/2006/main" id="17416" idx="1"/>
          </p:cNvCxnSpPr>
          <p:nvPr/>
        </p:nvCxnSpPr>
        <p:spPr>
          <a:xfrm xmlns:a="http://schemas.openxmlformats.org/drawingml/2006/main">
            <a:off x="3667125" y="2676525"/>
            <a:ext cx="847725" cy="0"/>
          </a:xfrm>
          <a:prstGeom xmlns:a="http://schemas.openxmlformats.org/drawingml/2006/main" prst="straightConnector1">
            <a:avLst/>
          </a:prstGeom>
          <a:ln xmlns:a="http://schemas.openxmlformats.org/drawingml/2006/main" w="22860">
            <a:solidFill>
              <a:srgbClr val="0073BC"/>
            </a:solidFill>
            <a:tailEnd type="arrow" w="med" len="med"/>
          </a:ln>
        </p:spPr>
      </p:cxnSp>
      <p:cxnSp>
        <p:nvCxnSpPr>
          <p:cNvPr id="17464" name=""/>
          <p:cNvCxnSpPr>
            <a:stCxn xmlns:a="http://schemas.openxmlformats.org/drawingml/2006/main" id="17416" idx="3"/>
            <a:endCxn xmlns:a="http://schemas.openxmlformats.org/drawingml/2006/main" id="17419" idx="1"/>
          </p:cNvCxnSpPr>
          <p:nvPr/>
        </p:nvCxnSpPr>
        <p:spPr>
          <a:xfrm xmlns:a="http://schemas.openxmlformats.org/drawingml/2006/main">
            <a:off x="7705725" y="2676525"/>
            <a:ext cx="838200" cy="0"/>
          </a:xfrm>
          <a:prstGeom xmlns:a="http://schemas.openxmlformats.org/drawingml/2006/main" prst="straightConnector1">
            <a:avLst/>
          </a:prstGeom>
          <a:ln xmlns:a="http://schemas.openxmlformats.org/drawingml/2006/main" w="22860">
            <a:solidFill>
              <a:srgbClr val="0073BC"/>
            </a:solidFill>
            <a:tailEnd type="arrow" w="med" len="med"/>
          </a:ln>
        </p:spPr>
      </p:cxnSp>
      <p:cxnSp>
        <p:nvCxnSpPr>
          <p:cNvPr id="17465" name=""/>
          <p:cNvCxnSpPr>
            <a:stCxn xmlns:a="http://schemas.openxmlformats.org/drawingml/2006/main" id="17419" idx="2"/>
            <a:endCxn xmlns:a="http://schemas.openxmlformats.org/drawingml/2006/main" id="17428" idx="0"/>
          </p:cNvCxnSpPr>
          <p:nvPr/>
        </p:nvCxnSpPr>
        <p:spPr>
          <a:xfrm xmlns:a="http://schemas.openxmlformats.org/drawingml/2006/main">
            <a:off x="10139363" y="3286125"/>
            <a:ext cx="0" cy="733425"/>
          </a:xfrm>
          <a:prstGeom xmlns:a="http://schemas.openxmlformats.org/drawingml/2006/main" prst="straightConnector1">
            <a:avLst/>
          </a:prstGeom>
          <a:ln xmlns:a="http://schemas.openxmlformats.org/drawingml/2006/main" w="22860">
            <a:solidFill>
              <a:srgbClr val="0073BC"/>
            </a:solidFill>
            <a:tailEnd type="arrow" w="med" len="med"/>
          </a:ln>
        </p:spPr>
      </p:cxnSp>
      <p:cxnSp>
        <p:nvCxnSpPr>
          <p:cNvPr id="17466" name=""/>
          <p:cNvCxnSpPr>
            <a:stCxn xmlns:a="http://schemas.openxmlformats.org/drawingml/2006/main" id="17428" idx="1"/>
            <a:endCxn xmlns:a="http://schemas.openxmlformats.org/drawingml/2006/main" id="17425" idx="3"/>
          </p:cNvCxnSpPr>
          <p:nvPr/>
        </p:nvCxnSpPr>
        <p:spPr>
          <a:xfrm xmlns:a="http://schemas.openxmlformats.org/drawingml/2006/main" flipH="1">
            <a:off x="7705725" y="4629150"/>
            <a:ext cx="838200" cy="0"/>
          </a:xfrm>
          <a:prstGeom xmlns:a="http://schemas.openxmlformats.org/drawingml/2006/main" prst="straightConnector1">
            <a:avLst/>
          </a:prstGeom>
          <a:ln xmlns:a="http://schemas.openxmlformats.org/drawingml/2006/main" w="22860">
            <a:solidFill>
              <a:srgbClr val="0073BC"/>
            </a:solidFill>
            <a:tailEnd type="arrow" w="med" len="med"/>
          </a:ln>
        </p:spPr>
      </p:cxnSp>
      <p:cxnSp>
        <p:nvCxnSpPr>
          <p:cNvPr id="17467" name=""/>
          <p:cNvCxnSpPr>
            <a:stCxn xmlns:a="http://schemas.openxmlformats.org/drawingml/2006/main" id="17425" idx="1"/>
            <a:endCxn xmlns:a="http://schemas.openxmlformats.org/drawingml/2006/main" id="17422" idx="3"/>
          </p:cNvCxnSpPr>
          <p:nvPr/>
        </p:nvCxnSpPr>
        <p:spPr>
          <a:xfrm xmlns:a="http://schemas.openxmlformats.org/drawingml/2006/main" flipH="1">
            <a:off x="3667125" y="4629150"/>
            <a:ext cx="847725" cy="0"/>
          </a:xfrm>
          <a:prstGeom xmlns:a="http://schemas.openxmlformats.org/drawingml/2006/main" prst="straightConnector1">
            <a:avLst/>
          </a:prstGeom>
          <a:ln xmlns:a="http://schemas.openxmlformats.org/drawingml/2006/main" w="22860">
            <a:solidFill>
              <a:srgbClr val="0073BC"/>
            </a:solidFill>
            <a:tailEnd type="arrow" w="med" len="med"/>
          </a:ln>
        </p:spPr>
      </p:cxnSp>
      <p:sp>
        <p:nvSpPr>
          <p:cNvPr id="17436" name="Technologies">
            <a:extLst xmlns:a="http://schemas.openxmlformats.org/drawingml/2006/main">
              <a:ext uri="{FF2B5EF4-FFF2-40B4-BE49-F238E27FC236}">
                <a16:creationId xmlns:a16="http://schemas.microsoft.com/office/drawing/2014/main" id="{8F9B4598-4DE2-46F5-92BE-CCF4359619EA}"/>
              </a:ext>
            </a:extLst>
          </p:cNvPr>
          <p:cNvSpPr>
            <a:spLocks xmlns:a="http://schemas.openxmlformats.org/drawingml/2006/main" noGrp="1"/>
          </p:cNvSpPr>
          <p:nvPr/>
        </p:nvSpPr>
        <p:spPr>
          <a:xfrm xmlns:a="http://schemas.openxmlformats.org/drawingml/2006/main">
            <a:off x="476250" y="560070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34F86"/>
                </a:solidFill>
                <a:latin typeface="Arial"/>
                <a:ea typeface="Arial"/>
                <a:cs typeface="Arial"/>
              </a:defRPr>
            </a:pPr>
            <a:r>
              <a:rPr sz="1650" b="1">
                <a:solidFill>
                  <a:srgbClr val="234F86"/>
                </a:solidFill>
                <a:latin typeface="Arial"/>
                <a:ea typeface="Arial"/>
                <a:cs typeface="Arial"/>
              </a:rPr>
              <a:t>Technologies</a:t>
            </a:r>
          </a:p>
        </p:txBody>
      </p:sp>
      <p:sp>
        <p:nvSpPr>
          <p:cNvPr id="17437" name="Firebase Hosting + Auth + Firestore + Storage + Functions     /  ">
            <a:extLst xmlns:a="http://schemas.openxmlformats.org/drawingml/2006/main">
              <a:ext uri="{FF2B5EF4-FFF2-40B4-BE49-F238E27FC236}">
                <a16:creationId xmlns:a16="http://schemas.microsoft.com/office/drawing/2014/main" id="{EF3AB3A5-2D24-40C4-A38C-75834FEAB4E5}"/>
              </a:ext>
            </a:extLst>
          </p:cNvPr>
          <p:cNvSpPr>
            <a:spLocks xmlns:a="http://schemas.openxmlformats.org/drawingml/2006/main" noGrp="1"/>
          </p:cNvSpPr>
          <p:nvPr/>
        </p:nvSpPr>
        <p:spPr>
          <a:xfrm xmlns:a="http://schemas.openxmlformats.org/drawingml/2006/main">
            <a:off x="476250" y="5962650"/>
            <a:ext cx="11096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Firebase Hosting + Auth + Firestore + Storage + Functions     /     Google Maps     /     Gemini</a:t>
            </a:r>
          </a:p>
        </p:txBody>
      </p:sp>
    </p:spTree>
    <p:extLst>
      <p:ext uri="{BB962C8B-B14F-4D97-AF65-F5344CB8AC3E}">
        <p14:creationId xmlns:p14="http://schemas.microsoft.com/office/powerpoint/2010/main" val="107853355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E89C807D-D805-4D86-B01E-F40B16F7F803}"/>
              </a:ext>
            </a:extLst>
          </p:cNvPr>
          <p:cNvSpPr>
            <a:spLocks xmlns:a="http://schemas.openxmlformats.org/drawingml/2006/main" noGrp="1"/>
          </p:cNvSpPr>
          <p:nvPr>
            <p:ph type="title" idx="0"/>
          </p:nvPr>
        </p:nvSpPr>
        <p:spPr>
          <a:xfrm xmlns:a="http://schemas.openxmlformats.org/drawingml/2006/main">
            <a:off x="1714500" y="209550"/>
            <a:ext cx="8048625" cy="914400"/>
          </a:xfrm>
        </p:spPr>
        <p:txBody>
          <a:bodyPr xmlns:a="http://schemas.openxmlformats.org/drawingml/2006/main"/>
          <a:lstStyle xmlns:a="http://schemas.openxmlformats.org/drawingml/2006/main"/>
          <a:p xmlns:a="http://schemas.openxmlformats.org/drawingml/2006/main">
            <a:pPr algn="ctr">
              <a:buNone/>
              <a:defRPr sz="2925" b="1">
                <a:solidFill>
                  <a:srgbClr val="000000"/>
                </a:solidFill>
                <a:latin typeface="Times New Roman"/>
                <a:ea typeface="Times New Roman"/>
                <a:cs typeface="Times New Roman"/>
              </a:defRPr>
            </a:pPr>
            <a:r>
              <a:rPr sz="2925" b="1">
                <a:solidFill>
                  <a:srgbClr val="000000"/>
                </a:solidFill>
                <a:latin typeface="Times New Roman"/>
                <a:ea typeface="Times New Roman"/>
                <a:cs typeface="Times New Roman"/>
              </a:rPr>
              <a:t>FEASIBILITY AND VIABILITY</a:t>
            </a:r>
          </a:p>
        </p:txBody>
      </p:sp>
      <p:sp>
        <p:nvSpPr>
          <p:cNvPr id="6" name="Slide Number Placeholder 5">
            <a:extLst xmlns:a="http://schemas.openxmlformats.org/drawingml/2006/main">
              <a:ext uri="{FF2B5EF4-FFF2-40B4-BE49-F238E27FC236}">
                <a16:creationId xmlns:a16="http://schemas.microsoft.com/office/drawing/2014/main" id="{BB3D935D-5B08-4305-BE2C-D8952008CD3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4</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C891A68C-496F-41AC-AF3F-97024A7224D8}"/>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125" b="1">
                <a:solidFill>
                  <a:srgbClr val="234F86"/>
                </a:solidFill>
                <a:latin typeface="Arial"/>
                <a:ea typeface="Arial"/>
                <a:cs typeface="Arial"/>
              </a:defRPr>
            </a:pPr>
            <a:r>
              <a:rPr sz="1125" b="1">
                <a:solidFill>
                  <a:srgbClr val="234F86"/>
                </a:solidFill>
                <a:latin typeface="Arial"/>
                <a:ea typeface="Arial"/>
                <a:cs typeface="Arial"/>
              </a:rPr>
              <a:t>Team</a:t>
            </a:r>
            <a:endParaRPr/>
          </a:p>
          <a:p xmlns:a="http://schemas.openxmlformats.org/drawingml/2006/main">
            <a:pPr algn="ctr">
              <a:buNone/>
              <a:defRPr sz="1125" b="1">
                <a:solidFill>
                  <a:srgbClr val="234F86"/>
                </a:solidFill>
                <a:latin typeface="Arial"/>
                <a:ea typeface="Arial"/>
                <a:cs typeface="Arial"/>
              </a:defRPr>
            </a:pPr>
            <a:r>
              <a:rPr sz="1125" b="1">
                <a:solidFill>
                  <a:srgbClr val="234F86"/>
                </a:solidFill>
                <a:latin typeface="Arial"/>
                <a:ea typeface="Arial"/>
                <a:cs typeface="Arial"/>
              </a:rPr>
              <a:t>Pawlytics</a:t>
            </a:r>
            <a:endParaRPr/>
          </a:p>
        </p:txBody>
      </p:sp>
      <p:pic>
        <p:nvPicPr>
          <p:cNvPr id="17429" name="Picture 10"/>
          <p:cNvPicPr>
            <a:picLocks xmlns:a="http://schemas.openxmlformats.org/drawingml/2006/main" noChangeAspect="1"/>
          </p:cNvPicPr>
          <p:nvPr/>
        </p:nvPicPr>
        <p:blipFill>
          <a:blip xmlns:r="http://schemas.openxmlformats.org/officeDocument/2006/relationships" xmlns:a="http://schemas.openxmlformats.org/drawingml/2006/main" r:embed="Rdb504a805aef4e4a"/>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A working prototype with clear pilot gates">
            <a:extLst xmlns:a="http://schemas.openxmlformats.org/drawingml/2006/main">
              <a:ext uri="{FF2B5EF4-FFF2-40B4-BE49-F238E27FC236}">
                <a16:creationId xmlns:a16="http://schemas.microsoft.com/office/drawing/2014/main" id="{7FE9DBDC-B8E6-4411-A441-B61A5E0AC80A}"/>
              </a:ext>
            </a:extLst>
          </p:cNvPr>
          <p:cNvSpPr>
            <a:spLocks xmlns:a="http://schemas.openxmlformats.org/drawingml/2006/main" noGrp="1"/>
          </p:cNvSpPr>
          <p:nvPr/>
        </p:nvSpPr>
        <p:spPr>
          <a:xfrm xmlns:a="http://schemas.openxmlformats.org/drawingml/2006/main">
            <a:off x="476250" y="1323975"/>
            <a:ext cx="1114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234F86"/>
                </a:solidFill>
                <a:latin typeface="Arial"/>
                <a:ea typeface="Arial"/>
                <a:cs typeface="Arial"/>
              </a:defRPr>
            </a:pPr>
            <a:r>
              <a:rPr sz="2475" b="1">
                <a:solidFill>
                  <a:srgbClr val="234F86"/>
                </a:solidFill>
                <a:latin typeface="Arial"/>
                <a:ea typeface="Arial"/>
                <a:cs typeface="Arial"/>
              </a:rPr>
              <a:t>A working prototype with clear pilot gates</a:t>
            </a:r>
          </a:p>
        </p:txBody>
      </p:sp>
      <p:sp>
        <p:nvSpPr>
          <p:cNvPr id="17413" name="Feasibility of the idea">
            <a:extLst xmlns:a="http://schemas.openxmlformats.org/drawingml/2006/main">
              <a:ext uri="{FF2B5EF4-FFF2-40B4-BE49-F238E27FC236}">
                <a16:creationId xmlns:a16="http://schemas.microsoft.com/office/drawing/2014/main" id="{7AA49F8B-3D82-4DCC-A124-27BB5FE4D6AC}"/>
              </a:ext>
            </a:extLst>
          </p:cNvPr>
          <p:cNvSpPr>
            <a:spLocks xmlns:a="http://schemas.openxmlformats.org/drawingml/2006/main" noGrp="1"/>
          </p:cNvSpPr>
          <p:nvPr/>
        </p:nvSpPr>
        <p:spPr>
          <a:xfrm xmlns:a="http://schemas.openxmlformats.org/drawingml/2006/main">
            <a:off x="476250" y="2009775"/>
            <a:ext cx="10858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34F86"/>
                </a:solidFill>
                <a:latin typeface="Arial"/>
                <a:ea typeface="Arial"/>
                <a:cs typeface="Arial"/>
              </a:defRPr>
            </a:pPr>
            <a:r>
              <a:rPr sz="2025" b="1">
                <a:solidFill>
                  <a:srgbClr val="234F86"/>
                </a:solidFill>
                <a:latin typeface="Arial"/>
                <a:ea typeface="Arial"/>
                <a:cs typeface="Arial"/>
              </a:rPr>
              <a:t>Feasibility of the idea</a:t>
            </a:r>
          </a:p>
        </p:txBody>
      </p:sp>
      <p:sp>
        <p:nvSpPr>
          <p:cNvPr id="17414" name="Built: Google login, photo uploads, server verification, live sig">
            <a:extLst xmlns:a="http://schemas.openxmlformats.org/drawingml/2006/main">
              <a:ext uri="{FF2B5EF4-FFF2-40B4-BE49-F238E27FC236}">
                <a16:creationId xmlns:a16="http://schemas.microsoft.com/office/drawing/2014/main" id="{079AE2A9-302F-43F4-A87A-67AD6E1A9BC4}"/>
              </a:ext>
            </a:extLst>
          </p:cNvPr>
          <p:cNvSpPr>
            <a:spLocks xmlns:a="http://schemas.openxmlformats.org/drawingml/2006/main" noGrp="1"/>
          </p:cNvSpPr>
          <p:nvPr/>
        </p:nvSpPr>
        <p:spPr>
          <a:xfrm xmlns:a="http://schemas.openxmlformats.org/drawingml/2006/main">
            <a:off x="495300" y="2447925"/>
            <a:ext cx="1109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Built: Google login, photo uploads, server verification, live sightings and route ranking.</a:t>
            </a:r>
          </a:p>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Pilot: validate the evidence checks and route choices with local field partners.</a:t>
            </a:r>
          </a:p>
        </p:txBody>
      </p:sp>
      <p:sp>
        <p:nvSpPr>
          <p:cNvPr id="17415" name="Potential challenges and risks">
            <a:extLst xmlns:a="http://schemas.openxmlformats.org/drawingml/2006/main">
              <a:ext uri="{FF2B5EF4-FFF2-40B4-BE49-F238E27FC236}">
                <a16:creationId xmlns:a16="http://schemas.microsoft.com/office/drawing/2014/main" id="{762F05A3-3291-4C90-B431-A34E8B9A1167}"/>
              </a:ext>
            </a:extLst>
          </p:cNvPr>
          <p:cNvSpPr>
            <a:spLocks xmlns:a="http://schemas.openxmlformats.org/drawingml/2006/main" noGrp="1"/>
          </p:cNvSpPr>
          <p:nvPr/>
        </p:nvSpPr>
        <p:spPr>
          <a:xfrm xmlns:a="http://schemas.openxmlformats.org/drawingml/2006/main">
            <a:off x="476250" y="3476625"/>
            <a:ext cx="52101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34F86"/>
                </a:solidFill>
                <a:latin typeface="Arial"/>
                <a:ea typeface="Arial"/>
                <a:cs typeface="Arial"/>
              </a:defRPr>
            </a:pPr>
            <a:r>
              <a:rPr sz="2025" b="1">
                <a:solidFill>
                  <a:srgbClr val="234F86"/>
                </a:solidFill>
                <a:latin typeface="Arial"/>
                <a:ea typeface="Arial"/>
                <a:cs typeface="Arial"/>
              </a:rPr>
              <a:t>Potential challenges and risks</a:t>
            </a:r>
          </a:p>
        </p:txBody>
      </p:sp>
      <p:sp>
        <p:nvSpPr>
          <p:cNvPr id="17416" name="Strategies for overcoming them">
            <a:extLst xmlns:a="http://schemas.openxmlformats.org/drawingml/2006/main">
              <a:ext uri="{FF2B5EF4-FFF2-40B4-BE49-F238E27FC236}">
                <a16:creationId xmlns:a16="http://schemas.microsoft.com/office/drawing/2014/main" id="{DF911C1C-ACA5-4DEF-AE5F-DF5CE8D597A5}"/>
              </a:ext>
            </a:extLst>
          </p:cNvPr>
          <p:cNvSpPr>
            <a:spLocks xmlns:a="http://schemas.openxmlformats.org/drawingml/2006/main" noGrp="1"/>
          </p:cNvSpPr>
          <p:nvPr/>
        </p:nvSpPr>
        <p:spPr>
          <a:xfrm xmlns:a="http://schemas.openxmlformats.org/drawingml/2006/main">
            <a:off x="6162675" y="3476625"/>
            <a:ext cx="55054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34F86"/>
                </a:solidFill>
                <a:latin typeface="Arial"/>
                <a:ea typeface="Arial"/>
                <a:cs typeface="Arial"/>
              </a:defRPr>
            </a:pPr>
            <a:r>
              <a:rPr sz="2025" b="1">
                <a:solidFill>
                  <a:srgbClr val="234F86"/>
                </a:solidFill>
                <a:latin typeface="Arial"/>
                <a:ea typeface="Arial"/>
                <a:cs typeface="Arial"/>
              </a:rPr>
              <a:t>Strategies for overcoming them</a:t>
            </a:r>
          </a:p>
        </p:txBody>
      </p:sp>
      <p:sp>
        <p:nvSpPr>
          <p:cNvPr id="17417" name="Weak, missing or misleading photo evidence">
            <a:extLst xmlns:a="http://schemas.openxmlformats.org/drawingml/2006/main">
              <a:ext uri="{FF2B5EF4-FFF2-40B4-BE49-F238E27FC236}">
                <a16:creationId xmlns:a16="http://schemas.microsoft.com/office/drawing/2014/main" id="{E134F28D-F440-4958-B9F7-4EFF9664F0C6}"/>
              </a:ext>
            </a:extLst>
          </p:cNvPr>
          <p:cNvSpPr>
            <a:spLocks xmlns:a="http://schemas.openxmlformats.org/drawingml/2006/main" noGrp="1"/>
          </p:cNvSpPr>
          <p:nvPr/>
        </p:nvSpPr>
        <p:spPr>
          <a:xfrm xmlns:a="http://schemas.openxmlformats.org/drawingml/2006/main">
            <a:off x="495300" y="4000500"/>
            <a:ext cx="52482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B2A38"/>
                </a:solidFill>
                <a:latin typeface="Arial"/>
                <a:ea typeface="Arial"/>
                <a:cs typeface="Arial"/>
              </a:defRPr>
            </a:pPr>
            <a:r>
              <a:rPr sz="1725" b="1">
                <a:solidFill>
                  <a:srgbClr val="1B2A38"/>
                </a:solidFill>
                <a:latin typeface="Arial"/>
                <a:ea typeface="Arial"/>
                <a:cs typeface="Arial"/>
              </a:rPr>
              <a:t>Weak, missing or misleading photo evidence</a:t>
            </a:r>
          </a:p>
        </p:txBody>
      </p:sp>
      <p:sp>
        <p:nvSpPr>
          <p:cNvPr id="17418" name="Metadata checks and uncertain-case human review.">
            <a:extLst xmlns:a="http://schemas.openxmlformats.org/drawingml/2006/main">
              <a:ext uri="{FF2B5EF4-FFF2-40B4-BE49-F238E27FC236}">
                <a16:creationId xmlns:a16="http://schemas.microsoft.com/office/drawing/2014/main" id="{1759B8FC-B739-4664-810F-AFDCF84ED528}"/>
              </a:ext>
            </a:extLst>
          </p:cNvPr>
          <p:cNvSpPr>
            <a:spLocks xmlns:a="http://schemas.openxmlformats.org/drawingml/2006/main" noGrp="1"/>
          </p:cNvSpPr>
          <p:nvPr/>
        </p:nvSpPr>
        <p:spPr>
          <a:xfrm xmlns:a="http://schemas.openxmlformats.org/drawingml/2006/main">
            <a:off x="6181725" y="4000500"/>
            <a:ext cx="5410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B2A38"/>
                </a:solidFill>
                <a:latin typeface="Arial"/>
                <a:ea typeface="Arial"/>
                <a:cs typeface="Arial"/>
              </a:defRPr>
            </a:pPr>
            <a:r>
              <a:rPr sz="1725" b="0">
                <a:solidFill>
                  <a:srgbClr val="1B2A38"/>
                </a:solidFill>
                <a:latin typeface="Arial"/>
                <a:ea typeface="Arial"/>
                <a:cs typeface="Arial"/>
              </a:rPr>
              <a:t>Metadata checks and uncertain-case human review.</a:t>
            </a:r>
          </a:p>
        </p:txBody>
      </p:sp>
      <p:sp>
        <p:nvSpPr>
          <p:cNvPr id="17419" name="Stale sightings and incomplete coverage">
            <a:extLst xmlns:a="http://schemas.openxmlformats.org/drawingml/2006/main">
              <a:ext uri="{FF2B5EF4-FFF2-40B4-BE49-F238E27FC236}">
                <a16:creationId xmlns:a16="http://schemas.microsoft.com/office/drawing/2014/main" id="{EFC5CC34-9B69-4124-858D-A8448C478B71}"/>
              </a:ext>
            </a:extLst>
          </p:cNvPr>
          <p:cNvSpPr>
            <a:spLocks xmlns:a="http://schemas.openxmlformats.org/drawingml/2006/main" noGrp="1"/>
          </p:cNvSpPr>
          <p:nvPr/>
        </p:nvSpPr>
        <p:spPr>
          <a:xfrm xmlns:a="http://schemas.openxmlformats.org/drawingml/2006/main">
            <a:off x="495300" y="4638675"/>
            <a:ext cx="52482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B2A38"/>
                </a:solidFill>
                <a:latin typeface="Arial"/>
                <a:ea typeface="Arial"/>
                <a:cs typeface="Arial"/>
              </a:defRPr>
            </a:pPr>
            <a:r>
              <a:rPr sz="1725" b="1">
                <a:solidFill>
                  <a:srgbClr val="1B2A38"/>
                </a:solidFill>
                <a:latin typeface="Arial"/>
                <a:ea typeface="Arial"/>
                <a:cs typeface="Arial"/>
              </a:rPr>
              <a:t>Stale sightings and incomplete coverage</a:t>
            </a:r>
          </a:p>
        </p:txBody>
      </p:sp>
      <p:sp>
        <p:nvSpPr>
          <p:cNvPr id="17420" name="Expiry, reporter trust and visible report status.">
            <a:extLst xmlns:a="http://schemas.openxmlformats.org/drawingml/2006/main">
              <a:ext uri="{FF2B5EF4-FFF2-40B4-BE49-F238E27FC236}">
                <a16:creationId xmlns:a16="http://schemas.microsoft.com/office/drawing/2014/main" id="{1A5C854C-22F2-4FFF-AC22-32B5A3254D13}"/>
              </a:ext>
            </a:extLst>
          </p:cNvPr>
          <p:cNvSpPr>
            <a:spLocks xmlns:a="http://schemas.openxmlformats.org/drawingml/2006/main" noGrp="1"/>
          </p:cNvSpPr>
          <p:nvPr/>
        </p:nvSpPr>
        <p:spPr>
          <a:xfrm xmlns:a="http://schemas.openxmlformats.org/drawingml/2006/main">
            <a:off x="6181725" y="4638675"/>
            <a:ext cx="5410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B2A38"/>
                </a:solidFill>
                <a:latin typeface="Arial"/>
                <a:ea typeface="Arial"/>
                <a:cs typeface="Arial"/>
              </a:defRPr>
            </a:pPr>
            <a:r>
              <a:rPr sz="1725" b="0">
                <a:solidFill>
                  <a:srgbClr val="1B2A38"/>
                </a:solidFill>
                <a:latin typeface="Arial"/>
                <a:ea typeface="Arial"/>
                <a:cs typeface="Arial"/>
              </a:rPr>
              <a:t>Expiry, reporter trust and visible report status.</a:t>
            </a:r>
          </a:p>
        </p:txBody>
      </p:sp>
      <p:sp>
        <p:nvSpPr>
          <p:cNvPr id="17421" name="API cost, quotas and service interruptions">
            <a:extLst xmlns:a="http://schemas.openxmlformats.org/drawingml/2006/main">
              <a:ext uri="{FF2B5EF4-FFF2-40B4-BE49-F238E27FC236}">
                <a16:creationId xmlns:a16="http://schemas.microsoft.com/office/drawing/2014/main" id="{C23DB46E-ED24-4C18-A130-41736BB6617E}"/>
              </a:ext>
            </a:extLst>
          </p:cNvPr>
          <p:cNvSpPr>
            <a:spLocks xmlns:a="http://schemas.openxmlformats.org/drawingml/2006/main" noGrp="1"/>
          </p:cNvSpPr>
          <p:nvPr/>
        </p:nvSpPr>
        <p:spPr>
          <a:xfrm xmlns:a="http://schemas.openxmlformats.org/drawingml/2006/main">
            <a:off x="495300" y="5276850"/>
            <a:ext cx="52482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B2A38"/>
                </a:solidFill>
                <a:latin typeface="Arial"/>
                <a:ea typeface="Arial"/>
                <a:cs typeface="Arial"/>
              </a:defRPr>
            </a:pPr>
            <a:r>
              <a:rPr sz="1725" b="1">
                <a:solidFill>
                  <a:srgbClr val="1B2A38"/>
                </a:solidFill>
                <a:latin typeface="Arial"/>
                <a:ea typeface="Arial"/>
                <a:cs typeface="Arial"/>
              </a:rPr>
              <a:t>API cost, quotas and service interruptions</a:t>
            </a:r>
          </a:p>
        </p:txBody>
      </p:sp>
      <p:sp>
        <p:nvSpPr>
          <p:cNvPr id="17422" name="Rate limits, model fallback and stalled-job recovery.">
            <a:extLst xmlns:a="http://schemas.openxmlformats.org/drawingml/2006/main">
              <a:ext uri="{FF2B5EF4-FFF2-40B4-BE49-F238E27FC236}">
                <a16:creationId xmlns:a16="http://schemas.microsoft.com/office/drawing/2014/main" id="{A34AEA3C-308E-4BD2-94CE-CB6D6214E5D3}"/>
              </a:ext>
            </a:extLst>
          </p:cNvPr>
          <p:cNvSpPr>
            <a:spLocks xmlns:a="http://schemas.openxmlformats.org/drawingml/2006/main" noGrp="1"/>
          </p:cNvSpPr>
          <p:nvPr/>
        </p:nvSpPr>
        <p:spPr>
          <a:xfrm xmlns:a="http://schemas.openxmlformats.org/drawingml/2006/main">
            <a:off x="6181725" y="5276850"/>
            <a:ext cx="5410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B2A38"/>
                </a:solidFill>
                <a:latin typeface="Arial"/>
                <a:ea typeface="Arial"/>
                <a:cs typeface="Arial"/>
              </a:defRPr>
            </a:pPr>
            <a:r>
              <a:rPr sz="1725" b="0">
                <a:solidFill>
                  <a:srgbClr val="1B2A38"/>
                </a:solidFill>
                <a:latin typeface="Arial"/>
                <a:ea typeface="Arial"/>
                <a:cs typeface="Arial"/>
              </a:rPr>
              <a:t>Rate limits, model fallback and stalled-job recovery.</a:t>
            </a:r>
          </a:p>
        </p:txBody>
      </p:sp>
      <p:sp>
        <p:nvSpPr>
          <p:cNvPr id="17423" name="Before public rollout: field validation, response ownership and p">
            <a:extLst xmlns:a="http://schemas.openxmlformats.org/drawingml/2006/main">
              <a:ext uri="{FF2B5EF4-FFF2-40B4-BE49-F238E27FC236}">
                <a16:creationId xmlns:a16="http://schemas.microsoft.com/office/drawing/2014/main" id="{D644DB21-6CC9-4F71-8134-580CA42398AE}"/>
              </a:ext>
            </a:extLst>
          </p:cNvPr>
          <p:cNvSpPr>
            <a:spLocks xmlns:a="http://schemas.openxmlformats.org/drawingml/2006/main" noGrp="1"/>
          </p:cNvSpPr>
          <p:nvPr/>
        </p:nvSpPr>
        <p:spPr>
          <a:xfrm xmlns:a="http://schemas.openxmlformats.org/drawingml/2006/main">
            <a:off x="495300" y="6000750"/>
            <a:ext cx="1100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28367"/>
                </a:solidFill>
                <a:latin typeface="Arial"/>
                <a:ea typeface="Arial"/>
                <a:cs typeface="Arial"/>
              </a:defRPr>
            </a:pPr>
            <a:r>
              <a:rPr sz="1500" b="1">
                <a:solidFill>
                  <a:srgbClr val="128367"/>
                </a:solidFill>
                <a:latin typeface="Arial"/>
                <a:ea typeface="Arial"/>
                <a:cs typeface="Arial"/>
              </a:rPr>
              <a:t>Before public rollout: field validation, response ownership and production-hardening gates.</a:t>
            </a:r>
          </a:p>
        </p:txBody>
      </p:sp>
    </p:spTree>
    <p:extLst>
      <p:ext uri="{BB962C8B-B14F-4D97-AF65-F5344CB8AC3E}">
        <p14:creationId xmlns:p14="http://schemas.microsoft.com/office/powerpoint/2010/main" val="37533879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BE020DB1-4C59-4B8C-AA6D-7A754DB24DDC}"/>
              </a:ext>
            </a:extLst>
          </p:cNvPr>
          <p:cNvSpPr>
            <a:spLocks xmlns:a="http://schemas.openxmlformats.org/drawingml/2006/main" noGrp="1"/>
          </p:cNvSpPr>
          <p:nvPr>
            <p:ph type="title" idx="0"/>
          </p:nvPr>
        </p:nvSpPr>
        <p:spPr>
          <a:xfrm xmlns:a="http://schemas.openxmlformats.org/drawingml/2006/main">
            <a:off x="1714500" y="209550"/>
            <a:ext cx="8048625" cy="914400"/>
          </a:xfrm>
        </p:spPr>
        <p:txBody>
          <a:bodyPr xmlns:a="http://schemas.openxmlformats.org/drawingml/2006/main"/>
          <a:lstStyle xmlns:a="http://schemas.openxmlformats.org/drawingml/2006/main"/>
          <a:p xmlns:a="http://schemas.openxmlformats.org/drawingml/2006/main">
            <a:pPr algn="ctr">
              <a:buNone/>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IMPACT AND BENEFITS</a:t>
            </a:r>
          </a:p>
        </p:txBody>
      </p:sp>
      <p:sp>
        <p:nvSpPr>
          <p:cNvPr id="6" name="Slide Number Placeholder 5">
            <a:extLst xmlns:a="http://schemas.openxmlformats.org/drawingml/2006/main">
              <a:ext uri="{FF2B5EF4-FFF2-40B4-BE49-F238E27FC236}">
                <a16:creationId xmlns:a16="http://schemas.microsoft.com/office/drawing/2014/main" id="{5D06B8B9-669A-4CB9-9092-6EC69BDAB16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5</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A6B40DDB-52EF-45EC-9727-E6969DDE4804}"/>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125" b="1">
                <a:solidFill>
                  <a:srgbClr val="234F86"/>
                </a:solidFill>
                <a:latin typeface="Arial"/>
                <a:ea typeface="Arial"/>
                <a:cs typeface="Arial"/>
              </a:defRPr>
            </a:pPr>
            <a:r>
              <a:rPr sz="1125" b="1">
                <a:solidFill>
                  <a:srgbClr val="234F86"/>
                </a:solidFill>
                <a:latin typeface="Arial"/>
                <a:ea typeface="Arial"/>
                <a:cs typeface="Arial"/>
              </a:rPr>
              <a:t>Team</a:t>
            </a:r>
            <a:endParaRPr/>
          </a:p>
          <a:p xmlns:a="http://schemas.openxmlformats.org/drawingml/2006/main">
            <a:pPr algn="ctr">
              <a:buNone/>
              <a:defRPr sz="1125" b="1">
                <a:solidFill>
                  <a:srgbClr val="234F86"/>
                </a:solidFill>
                <a:latin typeface="Arial"/>
                <a:ea typeface="Arial"/>
                <a:cs typeface="Arial"/>
              </a:defRPr>
            </a:pPr>
            <a:r>
              <a:rPr sz="1125" b="1">
                <a:solidFill>
                  <a:srgbClr val="234F86"/>
                </a:solidFill>
                <a:latin typeface="Arial"/>
                <a:ea typeface="Arial"/>
                <a:cs typeface="Arial"/>
              </a:rPr>
              <a:t>Pawlytics</a:t>
            </a:r>
            <a:endParaRPr/>
          </a:p>
        </p:txBody>
      </p:sp>
      <p:pic>
        <p:nvPicPr>
          <p:cNvPr id="17426" name="Picture 10"/>
          <p:cNvPicPr>
            <a:picLocks xmlns:a="http://schemas.openxmlformats.org/drawingml/2006/main" noChangeAspect="1"/>
          </p:cNvPicPr>
          <p:nvPr/>
        </p:nvPicPr>
        <p:blipFill>
          <a:blip xmlns:r="http://schemas.openxmlformats.org/officeDocument/2006/relationships" xmlns:a="http://schemas.openxmlformats.org/drawingml/2006/main" r:embed="Rc756b6e9d8724ad9"/>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One view for coordinated local response">
            <a:extLst xmlns:a="http://schemas.openxmlformats.org/drawingml/2006/main">
              <a:ext uri="{FF2B5EF4-FFF2-40B4-BE49-F238E27FC236}">
                <a16:creationId xmlns:a16="http://schemas.microsoft.com/office/drawing/2014/main" id="{4BA4A00B-9256-48FA-B245-A4705C59D549}"/>
              </a:ext>
            </a:extLst>
          </p:cNvPr>
          <p:cNvSpPr>
            <a:spLocks xmlns:a="http://schemas.openxmlformats.org/drawingml/2006/main" noGrp="1"/>
          </p:cNvSpPr>
          <p:nvPr/>
        </p:nvSpPr>
        <p:spPr>
          <a:xfrm xmlns:a="http://schemas.openxmlformats.org/drawingml/2006/main">
            <a:off x="476250" y="1304925"/>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234F86"/>
                </a:solidFill>
                <a:latin typeface="Arial"/>
                <a:ea typeface="Arial"/>
                <a:cs typeface="Arial"/>
              </a:defRPr>
            </a:pPr>
            <a:r>
              <a:rPr sz="2475" b="1">
                <a:solidFill>
                  <a:srgbClr val="234F86"/>
                </a:solidFill>
                <a:latin typeface="Arial"/>
                <a:ea typeface="Arial"/>
                <a:cs typeface="Arial"/>
              </a:rPr>
              <a:t>One view for coordinated local response</a:t>
            </a:r>
          </a:p>
        </p:txBody>
      </p:sp>
      <p:pic>
        <p:nvPicPr>
          <p:cNvPr id="17428" name=""/>
          <p:cNvPicPr>
            <a:picLocks xmlns:a="http://schemas.openxmlformats.org/drawingml/2006/main" noChangeAspect="1"/>
          </p:cNvPicPr>
          <p:nvPr/>
        </p:nvPicPr>
        <p:blipFill>
          <a:blip xmlns:r="http://schemas.openxmlformats.org/officeDocument/2006/relationships" xmlns:a="http://schemas.openxmlformats.org/drawingml/2006/main" r:embed="R3b5717e0e6b44e99"/>
          <a:stretch xmlns:a="http://schemas.openxmlformats.org/drawingml/2006/main"/>
        </p:blipFill>
        <p:spPr>
          <a:xfrm xmlns:a="http://schemas.openxmlformats.org/drawingml/2006/main">
            <a:off x="476250" y="2002388"/>
            <a:ext cx="7524750" cy="3910500"/>
          </a:xfrm>
          <a:prstGeom xmlns:a="http://schemas.openxmlformats.org/drawingml/2006/main" prst="rect">
            <a:avLst/>
          </a:prstGeom>
        </p:spPr>
      </p:pic>
      <p:sp>
        <p:nvSpPr>
          <p:cNvPr id="17414" name="Citizens">
            <a:extLst xmlns:a="http://schemas.openxmlformats.org/drawingml/2006/main">
              <a:ext uri="{FF2B5EF4-FFF2-40B4-BE49-F238E27FC236}">
                <a16:creationId xmlns:a16="http://schemas.microsoft.com/office/drawing/2014/main" id="{75C0D969-7B90-4808-A71B-30F13DE16B8D}"/>
              </a:ext>
            </a:extLst>
          </p:cNvPr>
          <p:cNvSpPr>
            <a:spLocks xmlns:a="http://schemas.openxmlformats.org/drawingml/2006/main" noGrp="1"/>
          </p:cNvSpPr>
          <p:nvPr/>
        </p:nvSpPr>
        <p:spPr>
          <a:xfrm xmlns:a="http://schemas.openxmlformats.org/drawingml/2006/main">
            <a:off x="8410575" y="2009775"/>
            <a:ext cx="3171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34F86"/>
                </a:solidFill>
                <a:latin typeface="Arial"/>
                <a:ea typeface="Arial"/>
                <a:cs typeface="Arial"/>
              </a:defRPr>
            </a:pPr>
            <a:r>
              <a:rPr sz="2025" b="1">
                <a:solidFill>
                  <a:srgbClr val="234F86"/>
                </a:solidFill>
                <a:latin typeface="Arial"/>
                <a:ea typeface="Arial"/>
                <a:cs typeface="Arial"/>
              </a:rPr>
              <a:t>Citizens</a:t>
            </a:r>
          </a:p>
        </p:txBody>
      </p:sp>
      <p:sp>
        <p:nvSpPr>
          <p:cNvPr id="17415" name="Earlier awareness.&#10;A clearer path to care.">
            <a:extLst xmlns:a="http://schemas.openxmlformats.org/drawingml/2006/main">
              <a:ext uri="{FF2B5EF4-FFF2-40B4-BE49-F238E27FC236}">
                <a16:creationId xmlns:a16="http://schemas.microsoft.com/office/drawing/2014/main" id="{F8B4B98D-CAF9-437E-932B-B38FD6E00771}"/>
              </a:ext>
            </a:extLst>
          </p:cNvPr>
          <p:cNvSpPr>
            <a:spLocks xmlns:a="http://schemas.openxmlformats.org/drawingml/2006/main" noGrp="1"/>
          </p:cNvSpPr>
          <p:nvPr/>
        </p:nvSpPr>
        <p:spPr>
          <a:xfrm xmlns:a="http://schemas.openxmlformats.org/drawingml/2006/main">
            <a:off x="8429625" y="2447925"/>
            <a:ext cx="3086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Earlier awareness.</a:t>
            </a:r>
          </a:p>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A clearer path to care.</a:t>
            </a:r>
          </a:p>
        </p:txBody>
      </p:sp>
      <p:sp>
        <p:nvSpPr>
          <p:cNvPr id="17416" name="Municipal teams">
            <a:extLst xmlns:a="http://schemas.openxmlformats.org/drawingml/2006/main">
              <a:ext uri="{FF2B5EF4-FFF2-40B4-BE49-F238E27FC236}">
                <a16:creationId xmlns:a16="http://schemas.microsoft.com/office/drawing/2014/main" id="{FE942091-B45B-499D-B909-F2A1F1E57FDB}"/>
              </a:ext>
            </a:extLst>
          </p:cNvPr>
          <p:cNvSpPr>
            <a:spLocks xmlns:a="http://schemas.openxmlformats.org/drawingml/2006/main" noGrp="1"/>
          </p:cNvSpPr>
          <p:nvPr/>
        </p:nvSpPr>
        <p:spPr>
          <a:xfrm xmlns:a="http://schemas.openxmlformats.org/drawingml/2006/main">
            <a:off x="8410575" y="3409950"/>
            <a:ext cx="3171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34F86"/>
                </a:solidFill>
                <a:latin typeface="Arial"/>
                <a:ea typeface="Arial"/>
                <a:cs typeface="Arial"/>
              </a:defRPr>
            </a:pPr>
            <a:r>
              <a:rPr sz="2025" b="1">
                <a:solidFill>
                  <a:srgbClr val="234F86"/>
                </a:solidFill>
                <a:latin typeface="Arial"/>
                <a:ea typeface="Arial"/>
                <a:cs typeface="Arial"/>
              </a:rPr>
              <a:t>Municipal teams</a:t>
            </a:r>
          </a:p>
        </p:txBody>
      </p:sp>
      <p:sp>
        <p:nvSpPr>
          <p:cNvPr id="17417" name="Shared priorities and&#10;traceable follow-up.">
            <a:extLst xmlns:a="http://schemas.openxmlformats.org/drawingml/2006/main">
              <a:ext uri="{FF2B5EF4-FFF2-40B4-BE49-F238E27FC236}">
                <a16:creationId xmlns:a16="http://schemas.microsoft.com/office/drawing/2014/main" id="{17A92565-5324-402A-9DB4-28711EACFAFA}"/>
              </a:ext>
            </a:extLst>
          </p:cNvPr>
          <p:cNvSpPr>
            <a:spLocks xmlns:a="http://schemas.openxmlformats.org/drawingml/2006/main" noGrp="1"/>
          </p:cNvSpPr>
          <p:nvPr/>
        </p:nvSpPr>
        <p:spPr>
          <a:xfrm xmlns:a="http://schemas.openxmlformats.org/drawingml/2006/main">
            <a:off x="8429625" y="3857625"/>
            <a:ext cx="3086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Shared priorities and</a:t>
            </a:r>
          </a:p>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traceable follow-up.</a:t>
            </a:r>
          </a:p>
        </p:txBody>
      </p:sp>
      <p:sp>
        <p:nvSpPr>
          <p:cNvPr id="17418" name="Animal welfare">
            <a:extLst xmlns:a="http://schemas.openxmlformats.org/drawingml/2006/main">
              <a:ext uri="{FF2B5EF4-FFF2-40B4-BE49-F238E27FC236}">
                <a16:creationId xmlns:a16="http://schemas.microsoft.com/office/drawing/2014/main" id="{5194F62B-7F9F-47C1-A0F1-89630AE00D0C}"/>
              </a:ext>
            </a:extLst>
          </p:cNvPr>
          <p:cNvSpPr>
            <a:spLocks xmlns:a="http://schemas.openxmlformats.org/drawingml/2006/main" noGrp="1"/>
          </p:cNvSpPr>
          <p:nvPr/>
        </p:nvSpPr>
        <p:spPr>
          <a:xfrm xmlns:a="http://schemas.openxmlformats.org/drawingml/2006/main">
            <a:off x="8410575" y="4810125"/>
            <a:ext cx="3171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34F86"/>
                </a:solidFill>
                <a:latin typeface="Arial"/>
                <a:ea typeface="Arial"/>
                <a:cs typeface="Arial"/>
              </a:defRPr>
            </a:pPr>
            <a:r>
              <a:rPr sz="2025" b="1">
                <a:solidFill>
                  <a:srgbClr val="234F86"/>
                </a:solidFill>
                <a:latin typeface="Arial"/>
                <a:ea typeface="Arial"/>
                <a:cs typeface="Arial"/>
              </a:rPr>
              <a:t>Animal welfare</a:t>
            </a:r>
          </a:p>
        </p:txBody>
      </p:sp>
      <p:sp>
        <p:nvSpPr>
          <p:cNvPr id="17419" name="Evidence to guide humane&#10;care and field response.">
            <a:extLst xmlns:a="http://schemas.openxmlformats.org/drawingml/2006/main">
              <a:ext uri="{FF2B5EF4-FFF2-40B4-BE49-F238E27FC236}">
                <a16:creationId xmlns:a16="http://schemas.microsoft.com/office/drawing/2014/main" id="{5E7033E3-093C-4A38-91F7-F7CE8E1DAA9B}"/>
              </a:ext>
            </a:extLst>
          </p:cNvPr>
          <p:cNvSpPr>
            <a:spLocks xmlns:a="http://schemas.openxmlformats.org/drawingml/2006/main" noGrp="1"/>
          </p:cNvSpPr>
          <p:nvPr/>
        </p:nvSpPr>
        <p:spPr>
          <a:xfrm xmlns:a="http://schemas.openxmlformats.org/drawingml/2006/main">
            <a:off x="8429625" y="5257800"/>
            <a:ext cx="316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B2A38"/>
                </a:solidFill>
                <a:latin typeface="Arial"/>
                <a:ea typeface="Arial"/>
                <a:cs typeface="Arial"/>
              </a:defRPr>
            </a:pPr>
            <a:r>
              <a:rPr sz="1800" b="0">
                <a:solidFill>
                  <a:srgbClr val="1B2A38"/>
                </a:solidFill>
                <a:latin typeface="Arial"/>
                <a:ea typeface="Arial"/>
                <a:cs typeface="Arial"/>
              </a:rPr>
              <a:t>Evidence to guide humane</a:t>
            </a:r>
          </a:p>
          <a:p xmlns:a="http://schemas.openxmlformats.org/drawingml/2006/main">
            <a:pPr>
              <a:defRPr sz="1800" b="0">
                <a:solidFill>
                  <a:srgbClr val="1B2A38"/>
                </a:solidFill>
                <a:latin typeface="Arial"/>
                <a:ea typeface="Arial"/>
                <a:cs typeface="Arial"/>
              </a:defRPr>
            </a:pPr>
            <a:r>
              <a:rPr sz="1800" b="0">
                <a:solidFill>
                  <a:srgbClr val="1B2A38"/>
                </a:solidFill>
                <a:latin typeface="Arial"/>
                <a:ea typeface="Arial"/>
                <a:cs typeface="Arial"/>
              </a:rPr>
              <a:t>care and field response.</a:t>
            </a:r>
          </a:p>
        </p:txBody>
      </p:sp>
      <p:sp>
        <p:nvSpPr>
          <p:cNvPr id="17420" name="NCR command-centre concept uses simulated data. Social and operat">
            <a:extLst xmlns:a="http://schemas.openxmlformats.org/drawingml/2006/main">
              <a:ext uri="{FF2B5EF4-FFF2-40B4-BE49-F238E27FC236}">
                <a16:creationId xmlns:a16="http://schemas.microsoft.com/office/drawing/2014/main" id="{EE4E8EE5-D955-4E16-B67F-08D4B8B7843D}"/>
              </a:ext>
            </a:extLst>
          </p:cNvPr>
          <p:cNvSpPr>
            <a:spLocks xmlns:a="http://schemas.openxmlformats.org/drawingml/2006/main" noGrp="1"/>
          </p:cNvSpPr>
          <p:nvPr/>
        </p:nvSpPr>
        <p:spPr>
          <a:xfrm xmlns:a="http://schemas.openxmlformats.org/drawingml/2006/main">
            <a:off x="485775" y="6057900"/>
            <a:ext cx="11096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875"/>
                </a:solidFill>
                <a:latin typeface="Arial"/>
                <a:ea typeface="Arial"/>
                <a:cs typeface="Arial"/>
              </a:defRPr>
            </a:pPr>
            <a:r>
              <a:rPr sz="1275" b="0">
                <a:solidFill>
                  <a:srgbClr val="566875"/>
                </a:solidFill>
                <a:latin typeface="Arial"/>
                <a:ea typeface="Arial"/>
                <a:cs typeface="Arial"/>
              </a:rPr>
              <a:t>NCR command-centre concept uses simulated data. Social and operational benefits require pilot evaluation.</a:t>
            </a:r>
          </a:p>
        </p:txBody>
      </p:sp>
    </p:spTree>
    <p:extLst>
      <p:ext uri="{BB962C8B-B14F-4D97-AF65-F5344CB8AC3E}">
        <p14:creationId xmlns:p14="http://schemas.microsoft.com/office/powerpoint/2010/main" val="29971441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A091E6E2-5207-40F4-88BA-2A74EEDB5000}"/>
              </a:ext>
            </a:extLst>
          </p:cNvPr>
          <p:cNvSpPr>
            <a:spLocks xmlns:a="http://schemas.openxmlformats.org/drawingml/2006/main" noGrp="1"/>
          </p:cNvSpPr>
          <p:nvPr>
            <p:ph type="title" idx="0"/>
          </p:nvPr>
        </p:nvSpPr>
        <p:spPr>
          <a:xfrm xmlns:a="http://schemas.openxmlformats.org/drawingml/2006/main">
            <a:off x="1714500" y="209550"/>
            <a:ext cx="8048625" cy="914400"/>
          </a:xfrm>
        </p:spPr>
        <p:txBody>
          <a:bodyPr xmlns:a="http://schemas.openxmlformats.org/drawingml/2006/main"/>
          <a:lstStyle xmlns:a="http://schemas.openxmlformats.org/drawingml/2006/main"/>
          <a:p xmlns:a="http://schemas.openxmlformats.org/drawingml/2006/main">
            <a:pPr algn="ctr">
              <a:buNone/>
              <a:defRPr sz="2925" b="1">
                <a:solidFill>
                  <a:srgbClr val="000000"/>
                </a:solidFill>
                <a:latin typeface="Times New Roman"/>
                <a:ea typeface="Times New Roman"/>
                <a:cs typeface="Times New Roman"/>
              </a:defRPr>
            </a:pPr>
            <a:r>
              <a:rPr sz="2925" b="1">
                <a:solidFill>
                  <a:srgbClr val="000000"/>
                </a:solidFill>
                <a:latin typeface="Times New Roman"/>
                <a:ea typeface="Times New Roman"/>
                <a:cs typeface="Times New Roman"/>
              </a:rPr>
              <a:t>RESEARCH AND REFERENCES</a:t>
            </a:r>
          </a:p>
        </p:txBody>
      </p:sp>
      <p:sp>
        <p:nvSpPr>
          <p:cNvPr id="6" name="Slide Number Placeholder 5">
            <a:extLst xmlns:a="http://schemas.openxmlformats.org/drawingml/2006/main">
              <a:ext uri="{FF2B5EF4-FFF2-40B4-BE49-F238E27FC236}">
                <a16:creationId xmlns:a16="http://schemas.microsoft.com/office/drawing/2014/main" id="{BA76C3A2-13D5-4CF4-BEBB-A183ACF5306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6</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812B466E-FBD9-424F-AB56-6C7D825CB346}"/>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9" name="Oval 8">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125" b="1">
                <a:solidFill>
                  <a:srgbClr val="234F86"/>
                </a:solidFill>
                <a:latin typeface="Arial"/>
                <a:ea typeface="Arial"/>
                <a:cs typeface="Arial"/>
              </a:defRPr>
            </a:pPr>
            <a:r>
              <a:rPr sz="1125" b="1">
                <a:solidFill>
                  <a:srgbClr val="234F86"/>
                </a:solidFill>
                <a:latin typeface="Arial"/>
                <a:ea typeface="Arial"/>
                <a:cs typeface="Arial"/>
              </a:rPr>
              <a:t>Team</a:t>
            </a:r>
            <a:endParaRPr/>
          </a:p>
          <a:p xmlns:a="http://schemas.openxmlformats.org/drawingml/2006/main">
            <a:pPr algn="ctr">
              <a:buNone/>
              <a:defRPr sz="1125" b="1">
                <a:solidFill>
                  <a:srgbClr val="234F86"/>
                </a:solidFill>
                <a:latin typeface="Arial"/>
                <a:ea typeface="Arial"/>
                <a:cs typeface="Arial"/>
              </a:defRPr>
            </a:pPr>
            <a:r>
              <a:rPr sz="1125" b="1">
                <a:solidFill>
                  <a:srgbClr val="234F86"/>
                </a:solidFill>
                <a:latin typeface="Arial"/>
                <a:ea typeface="Arial"/>
                <a:cs typeface="Arial"/>
              </a:rPr>
              <a:t>Pawlytics</a:t>
            </a:r>
            <a:endParaRPr/>
          </a:p>
        </p:txBody>
      </p:sp>
      <p:pic>
        <p:nvPicPr>
          <p:cNvPr id="17429" name="Picture 11"/>
          <p:cNvPicPr>
            <a:picLocks xmlns:a="http://schemas.openxmlformats.org/drawingml/2006/main" noChangeAspect="1"/>
          </p:cNvPicPr>
          <p:nvPr/>
        </p:nvPicPr>
        <p:blipFill>
          <a:blip xmlns:r="http://schemas.openxmlformats.org/officeDocument/2006/relationships" xmlns:a="http://schemas.openxmlformats.org/drawingml/2006/main" r:embed="Ref5fe85768ca4e52"/>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Product and source code">
            <a:extLst xmlns:a="http://schemas.openxmlformats.org/drawingml/2006/main">
              <a:ext uri="{FF2B5EF4-FFF2-40B4-BE49-F238E27FC236}">
                <a16:creationId xmlns:a16="http://schemas.microsoft.com/office/drawing/2014/main" id="{E63752B8-7E8A-4E7C-8E43-D66BC48C3C1B}"/>
              </a:ext>
            </a:extLst>
          </p:cNvPr>
          <p:cNvSpPr>
            <a:spLocks xmlns:a="http://schemas.openxmlformats.org/drawingml/2006/main" noGrp="1"/>
          </p:cNvSpPr>
          <p:nvPr/>
        </p:nvSpPr>
        <p:spPr>
          <a:xfrm xmlns:a="http://schemas.openxmlformats.org/drawingml/2006/main">
            <a:off x="476250" y="1333500"/>
            <a:ext cx="7620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34F86"/>
                </a:solidFill>
                <a:latin typeface="Arial"/>
                <a:ea typeface="Arial"/>
                <a:cs typeface="Arial"/>
              </a:defRPr>
            </a:pPr>
            <a:r>
              <a:rPr sz="2025" b="1">
                <a:solidFill>
                  <a:srgbClr val="234F86"/>
                </a:solidFill>
                <a:latin typeface="Arial"/>
                <a:ea typeface="Arial"/>
                <a:cs typeface="Arial"/>
              </a:rPr>
              <a:t>Product and source code</a:t>
            </a:r>
          </a:p>
        </p:txBody>
      </p:sp>
      <p:sp>
        <p:nvSpPr>
          <p:cNvPr id="17413" name="pawlytics-506516.web.app">
            <a:extLst xmlns:a="http://schemas.openxmlformats.org/drawingml/2006/main">
              <a:ext uri="{FF2B5EF4-FFF2-40B4-BE49-F238E27FC236}">
                <a16:creationId xmlns:a16="http://schemas.microsoft.com/office/drawing/2014/main" id="{29DFFB3D-846F-4DED-98C4-B64512058AD8}"/>
              </a:ext>
            </a:extLst>
          </p:cNvPr>
          <p:cNvSpPr>
            <a:spLocks xmlns:a="http://schemas.openxmlformats.org/drawingml/2006/main" noGrp="1"/>
          </p:cNvSpPr>
          <p:nvPr/>
        </p:nvSpPr>
        <p:spPr>
          <a:xfrm xmlns:a="http://schemas.openxmlformats.org/drawingml/2006/main">
            <a:off x="485775" y="1781175"/>
            <a:ext cx="8001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3BC"/>
                </a:solidFill>
                <a:latin typeface="Arial"/>
                <a:ea typeface="Arial"/>
                <a:cs typeface="Arial"/>
              </a:defRPr>
            </a:pPr>
            <a:r>
              <a:rPr sz="2250" b="1">
                <a:solidFill>
                  <a:srgbClr val="0073BC"/>
                </a:solidFill>
                <a:latin typeface="Arial"/>
                <a:ea typeface="Arial"/>
                <a:cs typeface="Arial"/>
                <a:hlinkClick xmlns:r="http://schemas.openxmlformats.org/officeDocument/2006/relationships" r:id="R7470fac4dbb04837"/>
              </a:rPr>
              <a:t>pawlytics-506516.web.app</a:t>
            </a:r>
          </a:p>
        </p:txBody>
      </p:sp>
      <p:sp>
        <p:nvSpPr>
          <p:cNvPr id="17414" name="github.com/UjjvxL/new_pawlytics">
            <a:extLst xmlns:a="http://schemas.openxmlformats.org/drawingml/2006/main">
              <a:ext uri="{FF2B5EF4-FFF2-40B4-BE49-F238E27FC236}">
                <a16:creationId xmlns:a16="http://schemas.microsoft.com/office/drawing/2014/main" id="{BA921247-B3F4-4D97-9416-1297E89DED3D}"/>
              </a:ext>
            </a:extLst>
          </p:cNvPr>
          <p:cNvSpPr>
            <a:spLocks xmlns:a="http://schemas.openxmlformats.org/drawingml/2006/main" noGrp="1"/>
          </p:cNvSpPr>
          <p:nvPr/>
        </p:nvSpPr>
        <p:spPr>
          <a:xfrm xmlns:a="http://schemas.openxmlformats.org/drawingml/2006/main">
            <a:off x="485775" y="2238375"/>
            <a:ext cx="8382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3BC"/>
                </a:solidFill>
                <a:latin typeface="Arial"/>
                <a:ea typeface="Arial"/>
                <a:cs typeface="Arial"/>
              </a:defRPr>
            </a:pPr>
            <a:r>
              <a:rPr sz="2175" b="1">
                <a:solidFill>
                  <a:srgbClr val="0073BC"/>
                </a:solidFill>
                <a:latin typeface="Arial"/>
                <a:ea typeface="Arial"/>
                <a:cs typeface="Arial"/>
                <a:hlinkClick xmlns:r="http://schemas.openxmlformats.org/officeDocument/2006/relationships" r:id="R0d967053ab6a4aca"/>
              </a:rPr>
              <a:t>github.com/UjjvxL/new_pawlytics</a:t>
            </a:r>
          </a:p>
        </p:txBody>
      </p:sp>
      <p:sp>
        <p:nvSpPr>
          <p:cNvPr id="17415" name="Research and references">
            <a:extLst xmlns:a="http://schemas.openxmlformats.org/drawingml/2006/main">
              <a:ext uri="{FF2B5EF4-FFF2-40B4-BE49-F238E27FC236}">
                <a16:creationId xmlns:a16="http://schemas.microsoft.com/office/drawing/2014/main" id="{A24B854E-2379-4E2C-BDC4-68A169D3F8BA}"/>
              </a:ext>
            </a:extLst>
          </p:cNvPr>
          <p:cNvSpPr>
            <a:spLocks xmlns:a="http://schemas.openxmlformats.org/drawingml/2006/main" noGrp="1"/>
          </p:cNvSpPr>
          <p:nvPr/>
        </p:nvSpPr>
        <p:spPr>
          <a:xfrm xmlns:a="http://schemas.openxmlformats.org/drawingml/2006/main">
            <a:off x="476250" y="2933700"/>
            <a:ext cx="8143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34F86"/>
                </a:solidFill>
                <a:latin typeface="Arial"/>
                <a:ea typeface="Arial"/>
                <a:cs typeface="Arial"/>
              </a:defRPr>
            </a:pPr>
            <a:r>
              <a:rPr sz="2025" b="1">
                <a:solidFill>
                  <a:srgbClr val="234F86"/>
                </a:solidFill>
                <a:latin typeface="Arial"/>
                <a:ea typeface="Arial"/>
                <a:cs typeface="Arial"/>
              </a:rPr>
              <a:t>Research and references</a:t>
            </a:r>
          </a:p>
        </p:txBody>
      </p:sp>
      <p:sp>
        <p:nvSpPr>
          <p:cNvPr id="17416" name="1  PIB / NCDC: reported dog-bite burden, 2024">
            <a:extLst xmlns:a="http://schemas.openxmlformats.org/drawingml/2006/main">
              <a:ext uri="{FF2B5EF4-FFF2-40B4-BE49-F238E27FC236}">
                <a16:creationId xmlns:a16="http://schemas.microsoft.com/office/drawing/2014/main" id="{C47B8521-CB48-4712-879C-E4C643F27F81}"/>
              </a:ext>
            </a:extLst>
          </p:cNvPr>
          <p:cNvSpPr>
            <a:spLocks xmlns:a="http://schemas.openxmlformats.org/drawingml/2006/main" noGrp="1"/>
          </p:cNvSpPr>
          <p:nvPr/>
        </p:nvSpPr>
        <p:spPr>
          <a:xfrm xmlns:a="http://schemas.openxmlformats.org/drawingml/2006/main">
            <a:off x="485775" y="3400425"/>
            <a:ext cx="80676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3BC"/>
                </a:solidFill>
                <a:latin typeface="Arial"/>
                <a:ea typeface="Arial"/>
                <a:cs typeface="Arial"/>
              </a:defRPr>
            </a:pPr>
            <a:r>
              <a:rPr sz="1725" b="1">
                <a:solidFill>
                  <a:srgbClr val="0073BC"/>
                </a:solidFill>
                <a:latin typeface="Arial"/>
                <a:ea typeface="Arial"/>
                <a:cs typeface="Arial"/>
                <a:hlinkClick xmlns:r="http://schemas.openxmlformats.org/officeDocument/2006/relationships" r:id="Re63e87df341d444e"/>
              </a:rPr>
              <a:t>1  PIB / NCDC: reported dog-bite burden, 2024</a:t>
            </a:r>
          </a:p>
        </p:txBody>
      </p:sp>
      <p:sp>
        <p:nvSpPr>
          <p:cNvPr id="17417" name="37,17,336 dog-bite cases and 54 reported suspected rabies deaths.">
            <a:extLst xmlns:a="http://schemas.openxmlformats.org/drawingml/2006/main">
              <a:ext uri="{FF2B5EF4-FFF2-40B4-BE49-F238E27FC236}">
                <a16:creationId xmlns:a16="http://schemas.microsoft.com/office/drawing/2014/main" id="{15E6C5AA-5690-4A8A-93CB-16C9C93E6B22}"/>
              </a:ext>
            </a:extLst>
          </p:cNvPr>
          <p:cNvSpPr>
            <a:spLocks xmlns:a="http://schemas.openxmlformats.org/drawingml/2006/main" noGrp="1"/>
          </p:cNvSpPr>
          <p:nvPr/>
        </p:nvSpPr>
        <p:spPr>
          <a:xfrm xmlns:a="http://schemas.openxmlformats.org/drawingml/2006/main">
            <a:off x="638175" y="3790950"/>
            <a:ext cx="78390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37,17,336 dog-bite cases and 54 reported suspected rabies deaths.</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PIB, 22 July 2025. Reported totals do not measure the full burden.</a:t>
            </a:r>
          </a:p>
        </p:txBody>
      </p:sp>
      <p:sp>
        <p:nvSpPr>
          <p:cNvPr id="17418" name="2  Geospatial dog-bite analysis in India, 2018–2023">
            <a:extLst xmlns:a="http://schemas.openxmlformats.org/drawingml/2006/main">
              <a:ext uri="{FF2B5EF4-FFF2-40B4-BE49-F238E27FC236}">
                <a16:creationId xmlns:a16="http://schemas.microsoft.com/office/drawing/2014/main" id="{7D1FB441-E850-47EB-A735-B207F6A32C90}"/>
              </a:ext>
            </a:extLst>
          </p:cNvPr>
          <p:cNvSpPr>
            <a:spLocks xmlns:a="http://schemas.openxmlformats.org/drawingml/2006/main" noGrp="1"/>
          </p:cNvSpPr>
          <p:nvPr/>
        </p:nvSpPr>
        <p:spPr>
          <a:xfrm xmlns:a="http://schemas.openxmlformats.org/drawingml/2006/main">
            <a:off x="485775" y="4591050"/>
            <a:ext cx="80295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073BC"/>
                </a:solidFill>
                <a:latin typeface="Arial"/>
                <a:ea typeface="Arial"/>
                <a:cs typeface="Arial"/>
              </a:defRPr>
            </a:pPr>
            <a:r>
              <a:rPr sz="1650" b="1">
                <a:solidFill>
                  <a:srgbClr val="0073BC"/>
                </a:solidFill>
                <a:latin typeface="Arial"/>
                <a:ea typeface="Arial"/>
                <a:cs typeface="Arial"/>
                <a:hlinkClick xmlns:r="http://schemas.openxmlformats.org/officeDocument/2006/relationships" r:id="Rcfc1039f9a994eaa"/>
              </a:rPr>
              <a:t>2  Geospatial dog-bite analysis in India, 2018–2023</a:t>
            </a:r>
          </a:p>
        </p:txBody>
      </p:sp>
      <p:sp>
        <p:nvSpPr>
          <p:cNvPr id="17419" name="Janekunte et al., 2025. Spatial-analysis precedent.&#10;This research">
            <a:extLst xmlns:a="http://schemas.openxmlformats.org/drawingml/2006/main">
              <a:ext uri="{FF2B5EF4-FFF2-40B4-BE49-F238E27FC236}">
                <a16:creationId xmlns:a16="http://schemas.microsoft.com/office/drawing/2014/main" id="{5F131EC1-653E-4E9E-8FD4-A769CF6E7915}"/>
              </a:ext>
            </a:extLst>
          </p:cNvPr>
          <p:cNvSpPr>
            <a:spLocks xmlns:a="http://schemas.openxmlformats.org/drawingml/2006/main" noGrp="1"/>
          </p:cNvSpPr>
          <p:nvPr/>
        </p:nvSpPr>
        <p:spPr>
          <a:xfrm xmlns:a="http://schemas.openxmlformats.org/drawingml/2006/main">
            <a:off x="638175" y="4962525"/>
            <a:ext cx="7781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Janekunte et al., 2025. Spatial-analysis precedent.</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This research does not validate Pawlytics route scores.</a:t>
            </a:r>
          </a:p>
        </p:txBody>
      </p:sp>
      <p:sp>
        <p:nvSpPr>
          <p:cNvPr id="17420" name="3  Implementation: app, functions and report policy">
            <a:extLst xmlns:a="http://schemas.openxmlformats.org/drawingml/2006/main">
              <a:ext uri="{FF2B5EF4-FFF2-40B4-BE49-F238E27FC236}">
                <a16:creationId xmlns:a16="http://schemas.microsoft.com/office/drawing/2014/main" id="{E7ED4EC0-9E6E-4067-8544-8127ED7CF00D}"/>
              </a:ext>
            </a:extLst>
          </p:cNvPr>
          <p:cNvSpPr>
            <a:spLocks xmlns:a="http://schemas.openxmlformats.org/drawingml/2006/main" noGrp="1"/>
          </p:cNvSpPr>
          <p:nvPr/>
        </p:nvSpPr>
        <p:spPr>
          <a:xfrm xmlns:a="http://schemas.openxmlformats.org/drawingml/2006/main">
            <a:off x="485775" y="5762625"/>
            <a:ext cx="7953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073BC"/>
                </a:solidFill>
                <a:latin typeface="Arial"/>
                <a:ea typeface="Arial"/>
                <a:cs typeface="Arial"/>
              </a:defRPr>
            </a:pPr>
            <a:r>
              <a:rPr sz="1575" b="1">
                <a:solidFill>
                  <a:srgbClr val="0073BC"/>
                </a:solidFill>
                <a:latin typeface="Arial"/>
                <a:ea typeface="Arial"/>
                <a:cs typeface="Arial"/>
                <a:hlinkClick xmlns:r="http://schemas.openxmlformats.org/officeDocument/2006/relationships" r:id="R72f11ae8e4b6434c"/>
              </a:rPr>
              <a:t>3  Implementation: app, functions and report policy</a:t>
            </a:r>
          </a:p>
        </p:txBody>
      </p:sp>
      <p:pic>
        <p:nvPicPr>
          <p:cNvPr id="17439" name=""/>
          <p:cNvPicPr>
            <a:picLocks xmlns:a="http://schemas.openxmlformats.org/drawingml/2006/main" noChangeAspect="1"/>
          </p:cNvPicPr>
          <p:nvPr/>
        </p:nvPicPr>
        <p:blipFill>
          <a:blip xmlns:r="http://schemas.openxmlformats.org/officeDocument/2006/relationships" xmlns:a="http://schemas.openxmlformats.org/drawingml/2006/main" r:embed="R8de4873ebc094714"/>
          <a:stretch xmlns:a="http://schemas.openxmlformats.org/drawingml/2006/main"/>
        </p:blipFill>
        <p:spPr>
          <a:xfrm xmlns:a="http://schemas.openxmlformats.org/drawingml/2006/main">
            <a:off x="8886825" y="2297038"/>
            <a:ext cx="2724150" cy="2740174"/>
          </a:xfrm>
          <a:prstGeom xmlns:a="http://schemas.openxmlformats.org/drawingml/2006/main" prst="rect">
            <a:avLst/>
          </a:prstGeom>
        </p:spPr>
      </p:pic>
      <p:sp>
        <p:nvSpPr>
          <p:cNvPr id="17422" name="Watch companion">
            <a:extLst xmlns:a="http://schemas.openxmlformats.org/drawingml/2006/main">
              <a:ext uri="{FF2B5EF4-FFF2-40B4-BE49-F238E27FC236}">
                <a16:creationId xmlns:a16="http://schemas.microsoft.com/office/drawing/2014/main" id="{237312D4-F5AD-4B33-9481-9D9CD4B90E1B}"/>
              </a:ext>
            </a:extLst>
          </p:cNvPr>
          <p:cNvSpPr>
            <a:spLocks xmlns:a="http://schemas.openxmlformats.org/drawingml/2006/main" noGrp="1"/>
          </p:cNvSpPr>
          <p:nvPr/>
        </p:nvSpPr>
        <p:spPr>
          <a:xfrm xmlns:a="http://schemas.openxmlformats.org/drawingml/2006/main">
            <a:off x="8896350" y="5181600"/>
            <a:ext cx="2686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34F86"/>
                </a:solidFill>
                <a:latin typeface="Arial"/>
                <a:ea typeface="Arial"/>
                <a:cs typeface="Arial"/>
              </a:defRPr>
            </a:pPr>
            <a:r>
              <a:rPr sz="1725" b="1">
                <a:solidFill>
                  <a:srgbClr val="234F86"/>
                </a:solidFill>
                <a:latin typeface="Arial"/>
                <a:ea typeface="Arial"/>
                <a:cs typeface="Arial"/>
              </a:rPr>
              <a:t>Watch companion</a:t>
            </a:r>
          </a:p>
        </p:txBody>
      </p:sp>
      <p:sp>
        <p:nvSpPr>
          <p:cNvPr id="17423" name="Browser concept demo&#10;Simulated safety indicators">
            <a:extLst xmlns:a="http://schemas.openxmlformats.org/drawingml/2006/main">
              <a:ext uri="{FF2B5EF4-FFF2-40B4-BE49-F238E27FC236}">
                <a16:creationId xmlns:a16="http://schemas.microsoft.com/office/drawing/2014/main" id="{9BB9D320-50FF-4D86-9D3F-9DDF489A687C}"/>
              </a:ext>
            </a:extLst>
          </p:cNvPr>
          <p:cNvSpPr>
            <a:spLocks xmlns:a="http://schemas.openxmlformats.org/drawingml/2006/main" noGrp="1"/>
          </p:cNvSpPr>
          <p:nvPr/>
        </p:nvSpPr>
        <p:spPr>
          <a:xfrm xmlns:a="http://schemas.openxmlformats.org/drawingml/2006/main">
            <a:off x="8896350" y="5543550"/>
            <a:ext cx="2686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875"/>
                </a:solidFill>
                <a:latin typeface="Arial"/>
                <a:ea typeface="Arial"/>
                <a:cs typeface="Arial"/>
              </a:defRPr>
            </a:pPr>
            <a:r>
              <a:rPr sz="1425" b="0">
                <a:solidFill>
                  <a:srgbClr val="566875"/>
                </a:solidFill>
                <a:latin typeface="Arial"/>
                <a:ea typeface="Arial"/>
                <a:cs typeface="Arial"/>
              </a:rPr>
              <a:t>Browser concept demo</a:t>
            </a:r>
          </a:p>
          <a:p xmlns:a="http://schemas.openxmlformats.org/drawingml/2006/main">
            <a:pPr>
              <a:defRPr sz="1425" b="0">
                <a:solidFill>
                  <a:srgbClr val="566875"/>
                </a:solidFill>
                <a:latin typeface="Arial"/>
                <a:ea typeface="Arial"/>
                <a:cs typeface="Arial"/>
              </a:defRPr>
            </a:pPr>
            <a:r>
              <a:rPr sz="1425" b="0">
                <a:solidFill>
                  <a:srgbClr val="566875"/>
                </a:solidFill>
                <a:latin typeface="Arial"/>
                <a:ea typeface="Arial"/>
                <a:cs typeface="Arial"/>
              </a:rPr>
              <a:t>Simulated safety indicators</a:t>
            </a:r>
          </a:p>
        </p:txBody>
      </p:sp>
    </p:spTree>
    <p:extLst>
      <p:ext uri="{BB962C8B-B14F-4D97-AF65-F5344CB8AC3E}">
        <p14:creationId xmlns:p14="http://schemas.microsoft.com/office/powerpoint/2010/main" val="391678861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2026-09-05T22:07:36.1350000Z</dcterms:created>
  <dcterms:modified xsi:type="dcterms:W3CDTF">2026-09-05T22:07:36.1350000Z</dcterms:modified>
</coreProperties>
</file>